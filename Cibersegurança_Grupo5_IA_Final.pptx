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theme/theme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pt-BR" sz="3600" b="0" u="none" strike="noStrike" cap="all">
                <a:solidFill>
                  <a:schemeClr val="accent1"/>
                </a:solidFill>
                <a:effectLst/>
                <a:uFillTx/>
                <a:latin typeface="Gill Sans MT"/>
              </a:rPr>
              <a:t>Clique para mover o slide</a:t>
            </a:r>
            <a:endParaRPr lang="pt-BR" sz="3600" b="0" u="none" strike="noStrike" cap="all">
              <a:solidFill>
                <a:schemeClr val="accent1"/>
              </a:solidFill>
              <a:effectLst/>
              <a:uFillTx/>
              <a:latin typeface="Gill Sans MT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9C0B652-7CA2-4C69-93B0-409C01412196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C4BA606-2D92-4E11-BF7C-A08F10F67D59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8"/>
          <p:cNvSpPr/>
          <p:nvPr/>
        </p:nvSpPr>
        <p:spPr>
          <a:xfrm>
            <a:off x="446400" y="457200"/>
            <a:ext cx="3702960" cy="946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Retângulo 9"/>
          <p:cNvSpPr/>
          <p:nvPr/>
        </p:nvSpPr>
        <p:spPr>
          <a:xfrm>
            <a:off x="8042040" y="453600"/>
            <a:ext cx="3702960" cy="9828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Retângulo 10"/>
          <p:cNvSpPr/>
          <p:nvPr/>
        </p:nvSpPr>
        <p:spPr>
          <a:xfrm>
            <a:off x="4241880" y="457200"/>
            <a:ext cx="3702960" cy="9108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Retângulo 6"/>
          <p:cNvSpPr/>
          <p:nvPr/>
        </p:nvSpPr>
        <p:spPr>
          <a:xfrm>
            <a:off x="446400" y="3085920"/>
            <a:ext cx="11262600" cy="3304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 hasCustomPrompt="1"/>
          </p:nvPr>
        </p:nvSpPr>
        <p:spPr>
          <a:xfrm>
            <a:off x="581040" y="1020600"/>
            <a:ext cx="10993320" cy="147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pt-BR" sz="3600" b="0" u="none" strike="noStrike" cap="all">
                <a:solidFill>
                  <a:schemeClr val="accent1"/>
                </a:solidFill>
                <a:effectLst/>
                <a:uFillTx/>
                <a:latin typeface="Gill Sans M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pt-BR" sz="3600" b="0" u="none" strike="noStrike" cap="all">
                <a:solidFill>
                  <a:schemeClr val="accent1"/>
                </a:solidFill>
                <a:effectLst/>
                <a:uFillTx/>
                <a:latin typeface="Gill Sans MT"/>
              </a:rPr>
              <a:t>Clique para editar o estilo de título Mestre</a:t>
            </a:r>
            <a:endParaRPr lang="pt-BR" sz="3600" b="0" u="none" strike="noStrike" cap="all">
              <a:solidFill>
                <a:schemeClr val="accent1"/>
              </a:solidFill>
              <a:effectLst/>
              <a:uFillTx/>
              <a:latin typeface="Gill Sans M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dt" idx="1"/>
          </p:nvPr>
        </p:nvSpPr>
        <p:spPr>
          <a:xfrm>
            <a:off x="7606080" y="595620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pt-BR" sz="900" b="0" u="none" strike="noStrike">
                <a:solidFill>
                  <a:schemeClr val="accent1">
                    <a:lumMod val="75000"/>
                    <a:lumOff val="25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pt-BR" sz="900" b="0" u="none" strike="noStrike">
                <a:solidFill>
                  <a:schemeClr val="accent1">
                    <a:lumMod val="75000"/>
                    <a:lumOff val="25000"/>
                  </a:schemeClr>
                </a:solidFill>
                <a:effectLst/>
                <a:uFillTx/>
                <a:latin typeface="Gill Sans MT"/>
              </a:rPr>
              <a:t>&lt;data/hora&gt;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ftr" idx="2"/>
          </p:nvPr>
        </p:nvSpPr>
        <p:spPr>
          <a:xfrm>
            <a:off x="581040" y="5951880"/>
            <a:ext cx="69166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sldNum" idx="3"/>
          </p:nvPr>
        </p:nvSpPr>
        <p:spPr>
          <a:xfrm>
            <a:off x="10558440" y="5956200"/>
            <a:ext cx="1015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pt-BR" sz="900" b="0" u="none" strike="noStrike">
                <a:solidFill>
                  <a:schemeClr val="accent1">
                    <a:lumMod val="75000"/>
                    <a:lumOff val="25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EB0DFF-B275-4E8F-A111-255D0467601C}" type="slidenum">
              <a:rPr lang="pt-BR" sz="900" b="0" u="none" strike="noStrike">
                <a:solidFill>
                  <a:schemeClr val="accent1">
                    <a:lumMod val="75000"/>
                    <a:lumOff val="25000"/>
                  </a:schemeClr>
                </a:solidFill>
                <a:effectLst/>
                <a:uFillTx/>
                <a:latin typeface="Gill Sans MT"/>
              </a:rPr>
              <a:t>&lt;número&gt;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def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1pPr>
            <a:lvl2pPr lvl="1" algn="l" defTabSz="457200">
              <a:spcBef>
                <a:spcPts val="320"/>
              </a:spcBef>
              <a:spcAft>
                <a:spcPts val="601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2pPr>
            <a:lvl3pPr lvl="2" algn="l" defTabSz="457200"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3pPr>
            <a:lvl4pPr lvl="3" algn="l" defTabSz="457200">
              <a:spcBef>
                <a:spcPts val="241"/>
              </a:spcBef>
              <a:spcAft>
                <a:spcPts val="601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pt-BR" sz="12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4pPr>
            <a:lvl5pPr lvl="4" algn="l" defTabSz="457200">
              <a:spcBef>
                <a:spcPts val="241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pt-BR" sz="12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7pPr>
          </a:lstStyle>
          <a:p>
            <a:pPr marL="306000" indent="-306000" algn="l" defTabSz="457200"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Clique para editar o formato de texto dos tópicos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864000" lvl="1" indent="-324000" algn="l" defTabSz="457200">
              <a:spcBef>
                <a:spcPts val="320"/>
              </a:spcBef>
              <a:spcAft>
                <a:spcPts val="60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2.º nível de tópicos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1296000" lvl="2" indent="-288000" algn="l" defTabSz="457200"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3.º nível de tópicos</a:t>
            </a:r>
            <a:endParaRPr lang="pt-BR" sz="14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1728000" lvl="3" indent="-216000" algn="l" defTabSz="457200">
              <a:spcBef>
                <a:spcPts val="241"/>
              </a:spcBef>
              <a:spcAft>
                <a:spcPts val="60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2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4.º nível de tópicos</a:t>
            </a:r>
            <a:endParaRPr lang="pt-BR" sz="12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2160000" lvl="4" indent="-216000" algn="l" defTabSz="457200">
              <a:spcBef>
                <a:spcPts val="241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2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5.º nível de tópicos</a:t>
            </a:r>
            <a:endParaRPr lang="pt-BR" sz="12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6.º nível de tópicos</a:t>
            </a:r>
            <a:endParaRPr lang="pt-BR" sz="20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7.º nível de tópicos</a:t>
            </a:r>
            <a:endParaRPr lang="pt-BR" sz="20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8"/>
          <p:cNvSpPr/>
          <p:nvPr/>
        </p:nvSpPr>
        <p:spPr>
          <a:xfrm>
            <a:off x="446400" y="457200"/>
            <a:ext cx="3702960" cy="946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Retângulo 9"/>
          <p:cNvSpPr/>
          <p:nvPr/>
        </p:nvSpPr>
        <p:spPr>
          <a:xfrm>
            <a:off x="8042040" y="453600"/>
            <a:ext cx="3702960" cy="9828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Retângulo 10"/>
          <p:cNvSpPr/>
          <p:nvPr/>
        </p:nvSpPr>
        <p:spPr>
          <a:xfrm>
            <a:off x="4241880" y="457200"/>
            <a:ext cx="3702960" cy="9108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Retângulo 7"/>
          <p:cNvSpPr/>
          <p:nvPr/>
        </p:nvSpPr>
        <p:spPr>
          <a:xfrm>
            <a:off x="440280" y="614520"/>
            <a:ext cx="11309040" cy="11890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 hasCustomPrompt="1"/>
          </p:nvPr>
        </p:nvSpPr>
        <p:spPr>
          <a:xfrm>
            <a:off x="581040" y="702000"/>
            <a:ext cx="11029320" cy="101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pt-BR" sz="2800" b="0" u="none" strike="noStrike" cap="all">
                <a:solidFill>
                  <a:schemeClr val="lt1"/>
                </a:solidFill>
                <a:effectLst/>
                <a:uFillTx/>
                <a:latin typeface="Gill Sans M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pt-BR" sz="2800" b="0" u="none" strike="noStrike" cap="all">
                <a:solidFill>
                  <a:schemeClr val="lt1"/>
                </a:solidFill>
                <a:effectLst/>
                <a:uFillTx/>
                <a:latin typeface="Gill Sans MT"/>
              </a:rPr>
              <a:t>Clique para editar o estilo de título Mestre</a:t>
            </a:r>
            <a:endParaRPr lang="pt-BR" sz="2800" b="0" u="none" strike="noStrike" cap="all">
              <a:solidFill>
                <a:schemeClr val="lt1"/>
              </a:solidFill>
              <a:effectLst/>
              <a:uFillTx/>
              <a:latin typeface="Gill Sans MT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81040" y="2336040"/>
            <a:ext cx="11029320" cy="3522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def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1pPr>
            <a:lvl2pPr lvl="1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def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2pPr>
            <a:lvl3pPr lvl="2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defRPr lang="pt-BR" sz="14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3pPr>
            <a:lvl4pPr lvl="3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defRPr lang="pt-BR" sz="12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4pPr>
            <a:lvl5pPr lvl="4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defRPr lang="pt-BR" sz="12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5pPr>
          </a:lstStyle>
          <a:p>
            <a:pPr marL="306000" indent="-30600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Clique para editar os estilos de texto Mestres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Segundo nível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900000" lvl="2" indent="-270000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</a:pPr>
            <a:r>
              <a:rPr lang="pt-BR" sz="14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Terceiro nível</a:t>
            </a:r>
            <a:endParaRPr lang="pt-BR" sz="14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1242000" lvl="3" indent="-234000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</a:pPr>
            <a:r>
              <a:rPr lang="pt-BR" sz="12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Quarto nível</a:t>
            </a:r>
            <a:endParaRPr lang="pt-BR" sz="12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1602000" lvl="4" indent="-234000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</a:pPr>
            <a:r>
              <a:rPr lang="pt-BR" sz="12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Quinto nível</a:t>
            </a:r>
            <a:endParaRPr lang="pt-BR" sz="12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4"/>
          </p:nvPr>
        </p:nvSpPr>
        <p:spPr>
          <a:xfrm>
            <a:off x="7606080" y="595620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pt-BR" sz="900" b="0" u="none" strike="noStrike">
                <a:solidFill>
                  <a:schemeClr val="accent2"/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pt-BR" sz="900" b="0" u="none" strike="noStrike">
                <a:solidFill>
                  <a:schemeClr val="accent2"/>
                </a:solidFill>
                <a:effectLst/>
                <a:uFillTx/>
                <a:latin typeface="Gill Sans MT"/>
              </a:rPr>
              <a:t>&lt;data/hora&gt;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5"/>
          </p:nvPr>
        </p:nvSpPr>
        <p:spPr>
          <a:xfrm>
            <a:off x="581040" y="5951880"/>
            <a:ext cx="69166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6"/>
          </p:nvPr>
        </p:nvSpPr>
        <p:spPr>
          <a:xfrm>
            <a:off x="10558440" y="5956200"/>
            <a:ext cx="1052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pt-BR" sz="900" b="0" u="none" strike="noStrike">
                <a:solidFill>
                  <a:schemeClr val="accent2"/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7BC4CC5-4408-4D56-BEA3-925E0BE3A1F9}" type="slidenum">
              <a:rPr lang="pt-BR" sz="900" b="0" u="none" strike="noStrike">
                <a:solidFill>
                  <a:schemeClr val="accent2"/>
                </a:solidFill>
                <a:effectLst/>
                <a:uFillTx/>
                <a:latin typeface="Gill Sans MT"/>
              </a:rPr>
              <a:t>&lt;número&gt;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exto e Títul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8"/>
          <p:cNvSpPr/>
          <p:nvPr/>
        </p:nvSpPr>
        <p:spPr>
          <a:xfrm>
            <a:off x="446400" y="457200"/>
            <a:ext cx="3702960" cy="946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Retângulo 9"/>
          <p:cNvSpPr/>
          <p:nvPr/>
        </p:nvSpPr>
        <p:spPr>
          <a:xfrm>
            <a:off x="8042040" y="453600"/>
            <a:ext cx="3702960" cy="9828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Retângulo 10"/>
          <p:cNvSpPr/>
          <p:nvPr/>
        </p:nvSpPr>
        <p:spPr>
          <a:xfrm>
            <a:off x="4241880" y="457200"/>
            <a:ext cx="3702960" cy="9108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Retângulo 6"/>
          <p:cNvSpPr/>
          <p:nvPr/>
        </p:nvSpPr>
        <p:spPr>
          <a:xfrm>
            <a:off x="8839080" y="599760"/>
            <a:ext cx="2906280" cy="5816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839080" y="675720"/>
            <a:ext cx="2003760" cy="5182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 vert="eaVer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pt-BR" sz="2800" b="0" u="none" strike="noStrike" cap="all">
                <a:solidFill>
                  <a:schemeClr val="lt1"/>
                </a:solidFill>
                <a:effectLst/>
                <a:uFillTx/>
                <a:latin typeface="Gill Sans M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pt-BR" sz="2800" b="0" u="none" strike="noStrike" cap="all">
                <a:solidFill>
                  <a:schemeClr val="lt1"/>
                </a:solidFill>
                <a:effectLst/>
                <a:uFillTx/>
                <a:latin typeface="Gill Sans MT"/>
              </a:rPr>
              <a:t>Clique para editar o título Mestre</a:t>
            </a:r>
            <a:endParaRPr lang="pt-BR" sz="2800" b="0" u="none" strike="noStrike" cap="all">
              <a:solidFill>
                <a:schemeClr val="lt1"/>
              </a:solidFill>
              <a:effectLst/>
              <a:uFillTx/>
              <a:latin typeface="Gill Sans MT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75080" y="675720"/>
            <a:ext cx="7895880" cy="5182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def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1pPr>
            <a:lvl2pPr lvl="1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def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2pPr>
            <a:lvl3pPr lvl="2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defRPr lang="pt-BR" sz="14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3pPr>
            <a:lvl4pPr lvl="3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defRPr lang="pt-BR" sz="12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4pPr>
            <a:lvl5pPr lvl="4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defRPr lang="pt-BR" sz="12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5pPr>
          </a:lstStyle>
          <a:p>
            <a:pPr marL="306000" indent="-30600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Clique para editar os estilos de texto Mestres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Segundo nível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900000" lvl="2" indent="-270000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</a:pPr>
            <a:r>
              <a:rPr lang="pt-BR" sz="14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Terceiro nível</a:t>
            </a:r>
            <a:endParaRPr lang="pt-BR" sz="14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1242000" lvl="3" indent="-234000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</a:pPr>
            <a:r>
              <a:rPr lang="pt-BR" sz="12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Quarto nível</a:t>
            </a:r>
            <a:endParaRPr lang="pt-BR" sz="12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1602000" lvl="4" indent="-234000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</a:pPr>
            <a:r>
              <a:rPr lang="pt-BR" sz="12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Quinto nível</a:t>
            </a:r>
            <a:endParaRPr lang="pt-BR" sz="12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7"/>
          </p:nvPr>
        </p:nvSpPr>
        <p:spPr>
          <a:xfrm>
            <a:off x="8993520" y="5956200"/>
            <a:ext cx="13276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pt-BR" sz="900" b="0" u="none" strike="noStrike">
                <a:solidFill>
                  <a:schemeClr val="accent1">
                    <a:lumMod val="75000"/>
                    <a:lumOff val="25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pt-BR" sz="900" b="0" u="none" strike="noStrike">
                <a:solidFill>
                  <a:schemeClr val="accent1">
                    <a:lumMod val="75000"/>
                    <a:lumOff val="25000"/>
                  </a:schemeClr>
                </a:solidFill>
                <a:effectLst/>
                <a:uFillTx/>
                <a:latin typeface="Gill Sans MT"/>
              </a:rPr>
              <a:t>&lt;data/hora&gt;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8"/>
          </p:nvPr>
        </p:nvSpPr>
        <p:spPr>
          <a:xfrm>
            <a:off x="775080" y="5951880"/>
            <a:ext cx="78958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9"/>
          </p:nvPr>
        </p:nvSpPr>
        <p:spPr>
          <a:xfrm>
            <a:off x="10446480" y="5956200"/>
            <a:ext cx="11638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pt-BR" sz="900" b="0" u="none" strike="noStrike">
                <a:solidFill>
                  <a:schemeClr val="accent1">
                    <a:lumMod val="75000"/>
                    <a:lumOff val="25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E1DF04E-DB05-46D1-BA13-29E7251B629B}" type="slidenum">
              <a:rPr lang="pt-BR" sz="900" b="0" u="none" strike="noStrike">
                <a:solidFill>
                  <a:schemeClr val="accent1">
                    <a:lumMod val="75000"/>
                    <a:lumOff val="25000"/>
                  </a:schemeClr>
                </a:solidFill>
                <a:effectLst/>
                <a:uFillTx/>
                <a:latin typeface="Gill Sans MT"/>
              </a:rPr>
              <a:t>&lt;número&gt;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 8"/>
          <p:cNvSpPr/>
          <p:nvPr/>
        </p:nvSpPr>
        <p:spPr>
          <a:xfrm>
            <a:off x="446400" y="457200"/>
            <a:ext cx="3702960" cy="946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Retângulo 9"/>
          <p:cNvSpPr/>
          <p:nvPr/>
        </p:nvSpPr>
        <p:spPr>
          <a:xfrm>
            <a:off x="8042040" y="453600"/>
            <a:ext cx="3702960" cy="9828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Retângulo 10"/>
          <p:cNvSpPr/>
          <p:nvPr/>
        </p:nvSpPr>
        <p:spPr>
          <a:xfrm>
            <a:off x="4241880" y="457200"/>
            <a:ext cx="3702960" cy="9108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Retângulo 6"/>
          <p:cNvSpPr/>
          <p:nvPr/>
        </p:nvSpPr>
        <p:spPr>
          <a:xfrm>
            <a:off x="440280" y="614520"/>
            <a:ext cx="11309040" cy="11890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 hasCustomPrompt="1"/>
          </p:nvPr>
        </p:nvSpPr>
        <p:spPr>
          <a:xfrm>
            <a:off x="581040" y="702000"/>
            <a:ext cx="11029320" cy="101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pt-BR" sz="2800" b="0" u="none" strike="noStrike" cap="all">
                <a:solidFill>
                  <a:schemeClr val="lt1"/>
                </a:solidFill>
                <a:effectLst/>
                <a:uFillTx/>
                <a:latin typeface="Gill Sans M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pt-BR" sz="2800" b="0" u="none" strike="noStrike" cap="all">
                <a:solidFill>
                  <a:schemeClr val="lt1"/>
                </a:solidFill>
                <a:effectLst/>
                <a:uFillTx/>
                <a:latin typeface="Gill Sans MT"/>
              </a:rPr>
              <a:t>Clique para editar o estilo de título Mestre</a:t>
            </a:r>
            <a:endParaRPr lang="pt-BR" sz="2800" b="0" u="none" strike="noStrike" cap="all">
              <a:solidFill>
                <a:schemeClr val="lt1"/>
              </a:solidFill>
              <a:effectLst/>
              <a:uFillTx/>
              <a:latin typeface="Gill Sans MT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581040" y="2180520"/>
            <a:ext cx="11029320" cy="3678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def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1pPr>
            <a:lvl2pPr lvl="1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def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2pPr>
            <a:lvl3pPr lvl="2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defRPr lang="pt-BR" sz="14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3pPr>
            <a:lvl4pPr lvl="3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defRPr lang="pt-BR" sz="12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4pPr>
            <a:lvl5pPr lvl="4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defRPr lang="pt-BR" sz="12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5pPr>
          </a:lstStyle>
          <a:p>
            <a:pPr marL="306000" indent="-30600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Clique para editar os estilos de texto Mestres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Segundo nível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900000" lvl="2" indent="-270000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</a:pPr>
            <a:r>
              <a:rPr lang="pt-BR" sz="14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Terceiro nível</a:t>
            </a:r>
            <a:endParaRPr lang="pt-BR" sz="14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1242000" lvl="3" indent="-234000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</a:pPr>
            <a:r>
              <a:rPr lang="pt-BR" sz="12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Quarto nível</a:t>
            </a:r>
            <a:endParaRPr lang="pt-BR" sz="12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1602000" lvl="4" indent="-234000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</a:pPr>
            <a:r>
              <a:rPr lang="pt-BR" sz="12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Quinto nível</a:t>
            </a:r>
            <a:endParaRPr lang="pt-BR" sz="12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0"/>
          </p:nvPr>
        </p:nvSpPr>
        <p:spPr>
          <a:xfrm>
            <a:off x="7606080" y="595620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pt-BR" sz="900" b="0" u="none" strike="noStrike">
                <a:solidFill>
                  <a:schemeClr val="accent2"/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pt-BR" sz="900" b="0" u="none" strike="noStrike">
                <a:solidFill>
                  <a:schemeClr val="accent2"/>
                </a:solidFill>
                <a:effectLst/>
                <a:uFillTx/>
                <a:latin typeface="Gill Sans MT"/>
              </a:rPr>
              <a:t>&lt;data/hora&gt;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11"/>
          </p:nvPr>
        </p:nvSpPr>
        <p:spPr>
          <a:xfrm>
            <a:off x="581040" y="5951880"/>
            <a:ext cx="69166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12"/>
          </p:nvPr>
        </p:nvSpPr>
        <p:spPr>
          <a:xfrm>
            <a:off x="10558440" y="5956200"/>
            <a:ext cx="1052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pt-BR" sz="900" b="0" u="none" strike="noStrike">
                <a:solidFill>
                  <a:schemeClr val="accent2"/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EEE0DC8-5F98-48C8-92F0-45ED3A4B792A}" type="slidenum">
              <a:rPr lang="pt-BR" sz="900" b="0" u="none" strike="noStrike">
                <a:solidFill>
                  <a:schemeClr val="accent2"/>
                </a:solidFill>
                <a:effectLst/>
                <a:uFillTx/>
                <a:latin typeface="Gill Sans MT"/>
              </a:rPr>
              <a:t>&lt;número&gt;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tângulo 8"/>
          <p:cNvSpPr/>
          <p:nvPr/>
        </p:nvSpPr>
        <p:spPr>
          <a:xfrm>
            <a:off x="446400" y="457200"/>
            <a:ext cx="3702960" cy="946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Retângulo 9"/>
          <p:cNvSpPr/>
          <p:nvPr/>
        </p:nvSpPr>
        <p:spPr>
          <a:xfrm>
            <a:off x="8042040" y="453600"/>
            <a:ext cx="3702960" cy="9828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Retângulo 10"/>
          <p:cNvSpPr/>
          <p:nvPr/>
        </p:nvSpPr>
        <p:spPr>
          <a:xfrm>
            <a:off x="4241880" y="457200"/>
            <a:ext cx="3702960" cy="9108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Retângulo 7"/>
          <p:cNvSpPr/>
          <p:nvPr/>
        </p:nvSpPr>
        <p:spPr>
          <a:xfrm>
            <a:off x="447840" y="5141880"/>
            <a:ext cx="11290680" cy="125856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 hasCustomPrompt="1"/>
          </p:nvPr>
        </p:nvSpPr>
        <p:spPr>
          <a:xfrm>
            <a:off x="581040" y="3043800"/>
            <a:ext cx="11029320" cy="1497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pt-BR" sz="3600" b="0" u="none" strike="noStrike" cap="all">
                <a:solidFill>
                  <a:schemeClr val="accent1"/>
                </a:solidFill>
                <a:effectLst/>
                <a:uFillTx/>
                <a:latin typeface="Gill Sans M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pt-BR" sz="3600" b="0" u="none" strike="noStrike" cap="all">
                <a:solidFill>
                  <a:schemeClr val="accent1"/>
                </a:solidFill>
                <a:effectLst/>
                <a:uFillTx/>
                <a:latin typeface="Gill Sans MT"/>
              </a:rPr>
              <a:t>Clique para editar o estilo de título Mestre</a:t>
            </a:r>
            <a:endParaRPr lang="pt-BR" sz="3600" b="0" u="none" strike="noStrike" cap="all">
              <a:solidFill>
                <a:schemeClr val="accent1"/>
              </a:solidFill>
              <a:effectLst/>
              <a:uFillTx/>
              <a:latin typeface="Gill Sans MT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 hasCustomPrompt="1"/>
          </p:nvPr>
        </p:nvSpPr>
        <p:spPr>
          <a:xfrm>
            <a:off x="581040" y="4541400"/>
            <a:ext cx="11029320" cy="60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  <a:defRPr lang="pt-BR" sz="1800" b="0" u="none" strike="noStrike" cap="all">
                <a:solidFill>
                  <a:schemeClr val="accent2"/>
                </a:solidFill>
                <a:effectLst/>
                <a:uFillTx/>
                <a:latin typeface="Gill Sans MT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0" u="none" strike="noStrike" cap="all">
                <a:solidFill>
                  <a:schemeClr val="accent2"/>
                </a:solidFill>
                <a:effectLst/>
                <a:uFillTx/>
                <a:latin typeface="Gill Sans MT"/>
              </a:rPr>
              <a:t>Editar o texto Mestre</a:t>
            </a:r>
            <a:endParaRPr lang="pt-BR" sz="1800" b="0" u="none" strike="noStrike" cap="all">
              <a:solidFill>
                <a:schemeClr val="accent2"/>
              </a:solidFill>
              <a:effectLst/>
              <a:uFillTx/>
              <a:latin typeface="Gill Sans MT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13"/>
          </p:nvPr>
        </p:nvSpPr>
        <p:spPr>
          <a:xfrm>
            <a:off x="7606080" y="595620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pt-BR" sz="900" b="0" u="none" strike="noStrike">
                <a:solidFill>
                  <a:schemeClr val="accent1">
                    <a:lumMod val="75000"/>
                    <a:lumOff val="25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pt-BR" sz="900" b="0" u="none" strike="noStrike">
                <a:solidFill>
                  <a:schemeClr val="accent1">
                    <a:lumMod val="75000"/>
                    <a:lumOff val="25000"/>
                  </a:schemeClr>
                </a:solidFill>
                <a:effectLst/>
                <a:uFillTx/>
                <a:latin typeface="Gill Sans MT"/>
              </a:rPr>
              <a:t>&lt;data/hora&gt;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14"/>
          </p:nvPr>
        </p:nvSpPr>
        <p:spPr>
          <a:xfrm>
            <a:off x="581040" y="5951880"/>
            <a:ext cx="69166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15"/>
          </p:nvPr>
        </p:nvSpPr>
        <p:spPr>
          <a:xfrm>
            <a:off x="10558440" y="5956200"/>
            <a:ext cx="1052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pt-BR" sz="900" b="0" u="none" strike="noStrike">
                <a:solidFill>
                  <a:schemeClr val="accent1">
                    <a:lumMod val="75000"/>
                    <a:lumOff val="25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FEB5C85-75C8-45E2-9294-BEA73109811D}" type="slidenum">
              <a:rPr lang="pt-BR" sz="900" b="0" u="none" strike="noStrike">
                <a:solidFill>
                  <a:schemeClr val="accent1">
                    <a:lumMod val="75000"/>
                    <a:lumOff val="25000"/>
                  </a:schemeClr>
                </a:solidFill>
                <a:effectLst/>
                <a:uFillTx/>
                <a:latin typeface="Gill Sans MT"/>
              </a:rPr>
              <a:t>&lt;número&gt;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is conteúd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tângulo 8"/>
          <p:cNvSpPr/>
          <p:nvPr/>
        </p:nvSpPr>
        <p:spPr>
          <a:xfrm>
            <a:off x="446400" y="457200"/>
            <a:ext cx="3702960" cy="946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Retângulo 9"/>
          <p:cNvSpPr/>
          <p:nvPr/>
        </p:nvSpPr>
        <p:spPr>
          <a:xfrm>
            <a:off x="8042040" y="453600"/>
            <a:ext cx="3702960" cy="9828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Retângulo 10"/>
          <p:cNvSpPr/>
          <p:nvPr/>
        </p:nvSpPr>
        <p:spPr>
          <a:xfrm>
            <a:off x="4241880" y="457200"/>
            <a:ext cx="3702960" cy="9108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Retângulo 7"/>
          <p:cNvSpPr/>
          <p:nvPr/>
        </p:nvSpPr>
        <p:spPr>
          <a:xfrm>
            <a:off x="446040" y="606600"/>
            <a:ext cx="11299680" cy="125856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1"/>
          <p:cNvSpPr>
            <a:spLocks noGrp="1"/>
          </p:cNvSpPr>
          <p:nvPr>
            <p:ph type="title" hasCustomPrompt="1"/>
          </p:nvPr>
        </p:nvSpPr>
        <p:spPr>
          <a:xfrm>
            <a:off x="581040" y="729720"/>
            <a:ext cx="11029320" cy="98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pt-BR" sz="2800" b="0" u="none" strike="noStrike" cap="all">
                <a:solidFill>
                  <a:schemeClr val="lt1"/>
                </a:solidFill>
                <a:effectLst/>
                <a:uFillTx/>
                <a:latin typeface="Gill Sans M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pt-BR" sz="2800" b="0" u="none" strike="noStrike" cap="all">
                <a:solidFill>
                  <a:schemeClr val="lt1"/>
                </a:solidFill>
                <a:effectLst/>
                <a:uFillTx/>
                <a:latin typeface="Gill Sans MT"/>
              </a:rPr>
              <a:t>Clique para editar o estilo de título Mestre</a:t>
            </a:r>
            <a:endParaRPr lang="pt-BR" sz="2800" b="0" u="none" strike="noStrike" cap="all">
              <a:solidFill>
                <a:schemeClr val="lt1"/>
              </a:solidFill>
              <a:effectLst/>
              <a:uFillTx/>
              <a:latin typeface="Gill Sans MT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581040" y="2228040"/>
            <a:ext cx="5421960" cy="3632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def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1pPr>
            <a:lvl2pPr lvl="1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def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2pPr>
            <a:lvl3pPr lvl="2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defRPr lang="pt-BR" sz="14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3pPr>
            <a:lvl4pPr lvl="3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defRPr lang="pt-BR" sz="12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4pPr>
            <a:lvl5pPr lvl="4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defRPr lang="pt-BR" sz="12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5pPr>
          </a:lstStyle>
          <a:p>
            <a:pPr marL="306000" indent="-30600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Clique para editar os estilos de texto Mestres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Segundo nível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900000" lvl="2" indent="-270000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</a:pPr>
            <a:r>
              <a:rPr lang="pt-BR" sz="14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Terceiro nível</a:t>
            </a:r>
            <a:endParaRPr lang="pt-BR" sz="14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1242000" lvl="3" indent="-234000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</a:pPr>
            <a:r>
              <a:rPr lang="pt-BR" sz="12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Quarto nível</a:t>
            </a:r>
            <a:endParaRPr lang="pt-BR" sz="12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1602000" lvl="4" indent="-234000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</a:pPr>
            <a:r>
              <a:rPr lang="pt-BR" sz="12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Quinto nível</a:t>
            </a:r>
            <a:endParaRPr lang="pt-BR" sz="12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6188400" y="2228040"/>
            <a:ext cx="5421960" cy="3632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def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1pPr>
            <a:lvl2pPr lvl="1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def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2pPr>
            <a:lvl3pPr lvl="2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defRPr lang="pt-BR" sz="14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3pPr>
            <a:lvl4pPr lvl="3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defRPr lang="pt-BR" sz="12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4pPr>
            <a:lvl5pPr lvl="4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defRPr lang="pt-BR" sz="12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5pPr>
          </a:lstStyle>
          <a:p>
            <a:pPr marL="306000" indent="-30600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Clique para editar os estilos de texto Mestres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Segundo nível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900000" lvl="2" indent="-270000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</a:pPr>
            <a:r>
              <a:rPr lang="pt-BR" sz="14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Terceiro nível</a:t>
            </a:r>
            <a:endParaRPr lang="pt-BR" sz="14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1242000" lvl="3" indent="-234000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</a:pPr>
            <a:r>
              <a:rPr lang="pt-BR" sz="12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Quarto nível</a:t>
            </a:r>
            <a:endParaRPr lang="pt-BR" sz="12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1602000" lvl="4" indent="-234000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</a:pPr>
            <a:r>
              <a:rPr lang="pt-BR" sz="12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Quinto nível</a:t>
            </a:r>
            <a:endParaRPr lang="pt-BR" sz="12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16"/>
          </p:nvPr>
        </p:nvSpPr>
        <p:spPr>
          <a:xfrm>
            <a:off x="7606080" y="595620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pt-BR" sz="900" b="0" u="none" strike="noStrike">
                <a:solidFill>
                  <a:schemeClr val="accent2"/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pt-BR" sz="900" b="0" u="none" strike="noStrike">
                <a:solidFill>
                  <a:schemeClr val="accent2"/>
                </a:solidFill>
                <a:effectLst/>
                <a:uFillTx/>
                <a:latin typeface="Gill Sans MT"/>
              </a:rPr>
              <a:t>&lt;data/hora&gt;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17"/>
          </p:nvPr>
        </p:nvSpPr>
        <p:spPr>
          <a:xfrm>
            <a:off x="581040" y="5951880"/>
            <a:ext cx="69166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18"/>
          </p:nvPr>
        </p:nvSpPr>
        <p:spPr>
          <a:xfrm>
            <a:off x="10558440" y="5956200"/>
            <a:ext cx="1052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pt-BR" sz="900" b="0" u="none" strike="noStrike">
                <a:solidFill>
                  <a:schemeClr val="accent2"/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73EC45C-BBCE-45D6-B06F-AA82B363F90F}" type="slidenum">
              <a:rPr lang="pt-BR" sz="900" b="0" u="none" strike="noStrike">
                <a:solidFill>
                  <a:schemeClr val="accent2"/>
                </a:solidFill>
                <a:effectLst/>
                <a:uFillTx/>
                <a:latin typeface="Gill Sans MT"/>
              </a:rPr>
              <a:t>&lt;número&gt;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tângulo 8"/>
          <p:cNvSpPr/>
          <p:nvPr/>
        </p:nvSpPr>
        <p:spPr>
          <a:xfrm>
            <a:off x="446400" y="457200"/>
            <a:ext cx="3702960" cy="946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Retângulo 9"/>
          <p:cNvSpPr/>
          <p:nvPr/>
        </p:nvSpPr>
        <p:spPr>
          <a:xfrm>
            <a:off x="8042040" y="453600"/>
            <a:ext cx="3702960" cy="9828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Retângulo 10"/>
          <p:cNvSpPr/>
          <p:nvPr/>
        </p:nvSpPr>
        <p:spPr>
          <a:xfrm>
            <a:off x="4241880" y="457200"/>
            <a:ext cx="3702960" cy="9108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Retângulo 10"/>
          <p:cNvSpPr/>
          <p:nvPr/>
        </p:nvSpPr>
        <p:spPr>
          <a:xfrm>
            <a:off x="446040" y="606600"/>
            <a:ext cx="11299680" cy="125856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title" hasCustomPrompt="1"/>
          </p:nvPr>
        </p:nvSpPr>
        <p:spPr>
          <a:xfrm>
            <a:off x="581040" y="729720"/>
            <a:ext cx="11029320" cy="98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pt-BR" sz="2800" b="0" u="none" strike="noStrike" cap="all">
                <a:solidFill>
                  <a:schemeClr val="lt1"/>
                </a:solidFill>
                <a:effectLst/>
                <a:uFillTx/>
                <a:latin typeface="Gill Sans M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pt-BR" sz="2800" b="0" u="none" strike="noStrike" cap="all">
                <a:solidFill>
                  <a:schemeClr val="lt1"/>
                </a:solidFill>
                <a:effectLst/>
                <a:uFillTx/>
                <a:latin typeface="Gill Sans MT"/>
              </a:rPr>
              <a:t>Clique para editar o estilo de título Mestre</a:t>
            </a:r>
            <a:endParaRPr lang="pt-BR" sz="2800" b="0" u="none" strike="noStrike" cap="all">
              <a:solidFill>
                <a:schemeClr val="lt1"/>
              </a:solidFill>
              <a:effectLst/>
              <a:uFillTx/>
              <a:latin typeface="Gill Sans MT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887040" y="2250720"/>
            <a:ext cx="5086800" cy="535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39"/>
              </a:spcBef>
              <a:spcAft>
                <a:spcPts val="601"/>
              </a:spcAft>
              <a:buNone/>
              <a:tabLst>
                <a:tab pos="0" algn="l"/>
              </a:tabLst>
              <a:defRPr lang="pt-BR" sz="2200" b="0" u="none" strike="noStrike">
                <a:solidFill>
                  <a:schemeClr val="accent2"/>
                </a:solidFill>
                <a:effectLst/>
                <a:uFillTx/>
                <a:latin typeface="Gill Sans MT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39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2200" b="0" u="none" strike="noStrike">
                <a:solidFill>
                  <a:schemeClr val="accent2"/>
                </a:solidFill>
                <a:effectLst/>
                <a:uFillTx/>
                <a:latin typeface="Gill Sans MT"/>
              </a:rPr>
              <a:t>Clique para editar os estilos de texto Mestres</a:t>
            </a:r>
            <a:endParaRPr lang="pt-BR" sz="22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581040" y="2926080"/>
            <a:ext cx="5392800" cy="2934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  <a:def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1pPr>
            <a:lvl2pPr lvl="1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  <a:def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2pPr>
            <a:lvl3pPr lvl="2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  <a:defRPr lang="pt-BR" sz="14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3pPr>
            <a:lvl4pPr lvl="3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  <a:defRPr lang="pt-BR" sz="12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4pPr>
            <a:lvl5pPr lvl="4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  <a:defRPr lang="pt-BR" sz="12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5pPr>
          </a:lstStyle>
          <a:p>
            <a:pPr marL="306000" indent="-30600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Clique para editar os estilos de texto Mestres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Segundo nível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900000" lvl="2" indent="-270000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Terceiro nível</a:t>
            </a:r>
            <a:endParaRPr lang="pt-BR" sz="14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1242000" lvl="3" indent="-234000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Quarto nível</a:t>
            </a:r>
            <a:endParaRPr lang="pt-BR" sz="12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1602000" lvl="4" indent="-234000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Quinto nível</a:t>
            </a:r>
            <a:endParaRPr lang="pt-BR" sz="12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6523560" y="2250720"/>
            <a:ext cx="5086800" cy="55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39"/>
              </a:spcBef>
              <a:spcAft>
                <a:spcPts val="601"/>
              </a:spcAft>
              <a:buNone/>
              <a:tabLst>
                <a:tab pos="0" algn="l"/>
              </a:tabLst>
              <a:defRPr lang="pt-BR" sz="2200" b="0" u="none" strike="noStrike">
                <a:solidFill>
                  <a:schemeClr val="accent2"/>
                </a:solidFill>
                <a:effectLst/>
                <a:uFillTx/>
                <a:latin typeface="Gill Sans MT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39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2200" b="0" u="none" strike="noStrike">
                <a:solidFill>
                  <a:schemeClr val="accent2"/>
                </a:solidFill>
                <a:effectLst/>
                <a:uFillTx/>
                <a:latin typeface="Gill Sans MT"/>
              </a:rPr>
              <a:t>Clique para editar os estilos de texto Mestres</a:t>
            </a:r>
            <a:endParaRPr lang="pt-BR" sz="22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body"/>
          </p:nvPr>
        </p:nvSpPr>
        <p:spPr>
          <a:xfrm>
            <a:off x="6217560" y="2926080"/>
            <a:ext cx="5392800" cy="2934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  <a:def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1pPr>
            <a:lvl2pPr lvl="1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  <a:def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2pPr>
            <a:lvl3pPr lvl="2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  <a:defRPr lang="pt-BR" sz="14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3pPr>
            <a:lvl4pPr lvl="3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  <a:defRPr lang="pt-BR" sz="12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4pPr>
            <a:lvl5pPr lvl="4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  <a:defRPr lang="pt-BR" sz="12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5pPr>
          </a:lstStyle>
          <a:p>
            <a:pPr marL="306000" indent="-30600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Clique para editar os estilos de texto Mestres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Segundo nível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900000" lvl="2" indent="-270000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Terceiro nível</a:t>
            </a:r>
            <a:endParaRPr lang="pt-BR" sz="14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1242000" lvl="3" indent="-234000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Quarto nível</a:t>
            </a:r>
            <a:endParaRPr lang="pt-BR" sz="12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1602000" lvl="4" indent="-234000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Quinto nível</a:t>
            </a:r>
            <a:endParaRPr lang="pt-BR" sz="12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dt" idx="19"/>
          </p:nvPr>
        </p:nvSpPr>
        <p:spPr>
          <a:xfrm>
            <a:off x="7606080" y="595620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pt-BR" sz="900" b="0" u="none" strike="noStrike">
                <a:solidFill>
                  <a:schemeClr val="accent2"/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pt-BR" sz="900" b="0" u="none" strike="noStrike">
                <a:solidFill>
                  <a:schemeClr val="accent2"/>
                </a:solidFill>
                <a:effectLst/>
                <a:uFillTx/>
                <a:latin typeface="Gill Sans MT"/>
              </a:rPr>
              <a:t>&lt;data/hora&gt;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7"/>
          <p:cNvSpPr>
            <a:spLocks noGrp="1"/>
          </p:cNvSpPr>
          <p:nvPr>
            <p:ph type="ftr" idx="20"/>
          </p:nvPr>
        </p:nvSpPr>
        <p:spPr>
          <a:xfrm>
            <a:off x="581040" y="5951880"/>
            <a:ext cx="69166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8"/>
          <p:cNvSpPr>
            <a:spLocks noGrp="1"/>
          </p:cNvSpPr>
          <p:nvPr>
            <p:ph type="sldNum" idx="21"/>
          </p:nvPr>
        </p:nvSpPr>
        <p:spPr>
          <a:xfrm>
            <a:off x="10558440" y="5956200"/>
            <a:ext cx="1052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pt-BR" sz="900" b="0" u="none" strike="noStrike">
                <a:solidFill>
                  <a:schemeClr val="accent2"/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CE37D98-EF62-4F4F-931D-78C567C5D6B6}" type="slidenum">
              <a:rPr lang="pt-BR" sz="900" b="0" u="none" strike="noStrike">
                <a:solidFill>
                  <a:schemeClr val="accent2"/>
                </a:solidFill>
                <a:effectLst/>
                <a:uFillTx/>
                <a:latin typeface="Gill Sans MT"/>
              </a:rPr>
              <a:t>&lt;número&gt;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tângulo 8"/>
          <p:cNvSpPr/>
          <p:nvPr/>
        </p:nvSpPr>
        <p:spPr>
          <a:xfrm>
            <a:off x="446400" y="457200"/>
            <a:ext cx="3702960" cy="946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Retângulo 9"/>
          <p:cNvSpPr/>
          <p:nvPr/>
        </p:nvSpPr>
        <p:spPr>
          <a:xfrm>
            <a:off x="8042040" y="453600"/>
            <a:ext cx="3702960" cy="9828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Retângulo 10"/>
          <p:cNvSpPr/>
          <p:nvPr/>
        </p:nvSpPr>
        <p:spPr>
          <a:xfrm>
            <a:off x="4241880" y="457200"/>
            <a:ext cx="3702960" cy="9108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dt" idx="22"/>
          </p:nvPr>
        </p:nvSpPr>
        <p:spPr>
          <a:xfrm>
            <a:off x="7606080" y="595620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pt-BR" sz="900" b="0" u="none" strike="noStrike">
                <a:solidFill>
                  <a:schemeClr val="accent2"/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pt-BR" sz="900" b="0" u="none" strike="noStrike">
                <a:solidFill>
                  <a:schemeClr val="accent2"/>
                </a:solidFill>
                <a:effectLst/>
                <a:uFillTx/>
                <a:latin typeface="Gill Sans MT"/>
              </a:rPr>
              <a:t>&lt;data/hora&gt;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ftr" idx="23"/>
          </p:nvPr>
        </p:nvSpPr>
        <p:spPr>
          <a:xfrm>
            <a:off x="581040" y="5951880"/>
            <a:ext cx="69166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sldNum" idx="24"/>
          </p:nvPr>
        </p:nvSpPr>
        <p:spPr>
          <a:xfrm>
            <a:off x="10558440" y="5956200"/>
            <a:ext cx="1052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pt-BR" sz="900" b="0" u="none" strike="noStrike">
                <a:solidFill>
                  <a:schemeClr val="accent2"/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2FB9A75-6CD9-4AD4-96B7-249344895AE4}" type="slidenum">
              <a:rPr lang="pt-BR" sz="900" b="0" u="none" strike="noStrike">
                <a:solidFill>
                  <a:schemeClr val="accent2"/>
                </a:solidFill>
                <a:effectLst/>
                <a:uFillTx/>
                <a:latin typeface="Gill Sans MT"/>
              </a:rPr>
              <a:t>&lt;número&gt;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Retângulo 6"/>
          <p:cNvSpPr/>
          <p:nvPr/>
        </p:nvSpPr>
        <p:spPr>
          <a:xfrm>
            <a:off x="440640" y="606600"/>
            <a:ext cx="11299680" cy="125856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title"/>
          </p:nvPr>
        </p:nvSpPr>
        <p:spPr>
          <a:xfrm>
            <a:off x="576000" y="729720"/>
            <a:ext cx="11029320" cy="98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pt-BR" sz="2800" b="0" u="none" strike="noStrike" cap="all">
                <a:solidFill>
                  <a:schemeClr val="lt1"/>
                </a:solidFill>
                <a:effectLst/>
                <a:uFillTx/>
                <a:latin typeface="Gill Sans M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pt-BR" sz="2800" b="0" u="none" strike="noStrike" cap="all">
                <a:solidFill>
                  <a:schemeClr val="lt1"/>
                </a:solidFill>
                <a:effectLst/>
                <a:uFillTx/>
                <a:latin typeface="Gill Sans MT"/>
              </a:rPr>
              <a:t>Clique para editar o título Mestre</a:t>
            </a:r>
            <a:endParaRPr lang="pt-BR" sz="2800" b="0" u="none" strike="noStrike" cap="all">
              <a:solidFill>
                <a:schemeClr val="lt1"/>
              </a:solidFill>
              <a:effectLst/>
              <a:uFillTx/>
              <a:latin typeface="Gill Sans MT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tângulo 8"/>
          <p:cNvSpPr/>
          <p:nvPr/>
        </p:nvSpPr>
        <p:spPr>
          <a:xfrm>
            <a:off x="446400" y="457200"/>
            <a:ext cx="3702960" cy="946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Retângulo 9"/>
          <p:cNvSpPr/>
          <p:nvPr/>
        </p:nvSpPr>
        <p:spPr>
          <a:xfrm>
            <a:off x="8042040" y="453600"/>
            <a:ext cx="3702960" cy="9828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Retângulo 10"/>
          <p:cNvSpPr/>
          <p:nvPr/>
        </p:nvSpPr>
        <p:spPr>
          <a:xfrm>
            <a:off x="4241880" y="457200"/>
            <a:ext cx="3702960" cy="9108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dt" idx="25"/>
          </p:nvPr>
        </p:nvSpPr>
        <p:spPr>
          <a:xfrm>
            <a:off x="7606080" y="595620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pt-BR" sz="900" b="0" u="none" strike="noStrike">
                <a:solidFill>
                  <a:schemeClr val="accent2"/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pt-BR" sz="900" b="0" u="none" strike="noStrike">
                <a:solidFill>
                  <a:schemeClr val="accent2"/>
                </a:solidFill>
                <a:effectLst/>
                <a:uFillTx/>
                <a:latin typeface="Gill Sans MT"/>
              </a:rPr>
              <a:t>&lt;data/hora&gt;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ftr" idx="26"/>
          </p:nvPr>
        </p:nvSpPr>
        <p:spPr>
          <a:xfrm>
            <a:off x="581040" y="5951880"/>
            <a:ext cx="69166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sldNum" idx="27"/>
          </p:nvPr>
        </p:nvSpPr>
        <p:spPr>
          <a:xfrm>
            <a:off x="10558440" y="5956200"/>
            <a:ext cx="1052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pt-BR" sz="900" b="0" u="none" strike="noStrike">
                <a:solidFill>
                  <a:schemeClr val="accent2"/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ED6D379-8410-446F-BF8E-5D777BF18F06}" type="slidenum">
              <a:rPr lang="pt-BR" sz="900" b="0" u="none" strike="noStrike">
                <a:solidFill>
                  <a:schemeClr val="accent2"/>
                </a:solidFill>
                <a:effectLst/>
                <a:uFillTx/>
                <a:latin typeface="Gill Sans MT"/>
              </a:rPr>
              <a:t>&lt;número&gt;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457200">
              <a:buNone/>
              <a:defRPr lang="pt-BR" sz="2800" b="0" u="none" strike="noStrike" cap="all">
                <a:solidFill>
                  <a:schemeClr val="lt1"/>
                </a:solidFill>
                <a:effectLst/>
                <a:uFillTx/>
                <a:latin typeface="Gill Sans MT"/>
              </a:defRPr>
            </a:lvl1pPr>
          </a:lstStyle>
          <a:p>
            <a:pPr indent="0" algn="l" defTabSz="457200">
              <a:buNone/>
            </a:pPr>
            <a:r>
              <a:rPr lang="pt-BR" sz="2800" b="0" u="none" strike="noStrike" cap="all">
                <a:solidFill>
                  <a:schemeClr val="lt1"/>
                </a:solidFill>
                <a:effectLst/>
                <a:uFillTx/>
                <a:latin typeface="Gill Sans MT"/>
              </a:rPr>
              <a:t>Clique para editar o formato do texto do título</a:t>
            </a:r>
            <a:endParaRPr lang="pt-BR" sz="2800" b="0" u="none" strike="noStrike" cap="all">
              <a:solidFill>
                <a:schemeClr val="lt1"/>
              </a:solidFill>
              <a:effectLst/>
              <a:uFillTx/>
              <a:latin typeface="Gill Sans MT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def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1pPr>
            <a:lvl2pPr lvl="1" algn="l" defTabSz="457200">
              <a:spcBef>
                <a:spcPts val="320"/>
              </a:spcBef>
              <a:spcAft>
                <a:spcPts val="601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2pPr>
            <a:lvl3pPr lvl="2" algn="l" defTabSz="457200"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3pPr>
            <a:lvl4pPr lvl="3" algn="l" defTabSz="457200">
              <a:spcBef>
                <a:spcPts val="241"/>
              </a:spcBef>
              <a:spcAft>
                <a:spcPts val="601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pt-BR" sz="12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4pPr>
            <a:lvl5pPr lvl="4" algn="l" defTabSz="457200">
              <a:spcBef>
                <a:spcPts val="241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pt-BR" sz="12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7pPr>
          </a:lstStyle>
          <a:p>
            <a:pPr marL="306000" indent="-306000" algn="l" defTabSz="457200"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Clique para editar o formato de texto dos tópicos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864000" lvl="1" indent="-324000" algn="l" defTabSz="457200">
              <a:spcBef>
                <a:spcPts val="320"/>
              </a:spcBef>
              <a:spcAft>
                <a:spcPts val="60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2.º nível de tópicos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1296000" lvl="2" indent="-288000" algn="l" defTabSz="457200">
              <a:spcBef>
                <a:spcPts val="281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3.º nível de tópicos</a:t>
            </a:r>
            <a:endParaRPr lang="pt-BR" sz="14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1728000" lvl="3" indent="-216000" algn="l" defTabSz="457200">
              <a:spcBef>
                <a:spcPts val="241"/>
              </a:spcBef>
              <a:spcAft>
                <a:spcPts val="60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2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4.º nível de tópicos</a:t>
            </a:r>
            <a:endParaRPr lang="pt-BR" sz="12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2160000" lvl="4" indent="-216000" algn="l" defTabSz="457200">
              <a:spcBef>
                <a:spcPts val="241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2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5.º nível de tópicos</a:t>
            </a:r>
            <a:endParaRPr lang="pt-BR" sz="12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6.º nível de tópicos</a:t>
            </a:r>
            <a:endParaRPr lang="pt-BR" sz="20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7.º nível de tópicos</a:t>
            </a:r>
            <a:endParaRPr lang="pt-BR" sz="20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tângulo 8"/>
          <p:cNvSpPr/>
          <p:nvPr/>
        </p:nvSpPr>
        <p:spPr>
          <a:xfrm>
            <a:off x="446400" y="457200"/>
            <a:ext cx="3702960" cy="946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Retângulo 9"/>
          <p:cNvSpPr/>
          <p:nvPr/>
        </p:nvSpPr>
        <p:spPr>
          <a:xfrm>
            <a:off x="8042040" y="453600"/>
            <a:ext cx="3702960" cy="9828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Retângulo 10"/>
          <p:cNvSpPr/>
          <p:nvPr/>
        </p:nvSpPr>
        <p:spPr>
          <a:xfrm>
            <a:off x="4241880" y="457200"/>
            <a:ext cx="3702960" cy="9108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Retângulo 8"/>
          <p:cNvSpPr/>
          <p:nvPr/>
        </p:nvSpPr>
        <p:spPr>
          <a:xfrm>
            <a:off x="447840" y="5141880"/>
            <a:ext cx="11297880" cy="1274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title" hasCustomPrompt="1"/>
          </p:nvPr>
        </p:nvSpPr>
        <p:spPr>
          <a:xfrm>
            <a:off x="581040" y="5262120"/>
            <a:ext cx="4908960" cy="689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pt-BR" sz="2000" b="0" u="none" strike="noStrike" cap="all">
                <a:solidFill>
                  <a:schemeClr val="accent1">
                    <a:lumMod val="75000"/>
                    <a:lumOff val="25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pt-BR" sz="2000" b="0" u="none" strike="noStrike" cap="all">
                <a:solidFill>
                  <a:schemeClr val="accent1">
                    <a:lumMod val="75000"/>
                    <a:lumOff val="25000"/>
                  </a:schemeClr>
                </a:solidFill>
                <a:effectLst/>
                <a:uFillTx/>
                <a:latin typeface="Gill Sans MT"/>
              </a:rPr>
              <a:t>Clique para editar o estilo de título Mestre</a:t>
            </a:r>
            <a:endParaRPr lang="pt-BR" sz="2000" b="0" u="none" strike="noStrike" cap="all">
              <a:solidFill>
                <a:schemeClr val="accent1">
                  <a:lumMod val="75000"/>
                  <a:lumOff val="25000"/>
                </a:schemeClr>
              </a:solidFill>
              <a:effectLst/>
              <a:uFillTx/>
              <a:latin typeface="Gill Sans MT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47840" y="601200"/>
            <a:ext cx="11292480" cy="420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defRPr lang="pt-BR" sz="20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1pPr>
            <a:lvl2pPr lvl="1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def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2pPr>
            <a:lvl3pPr lvl="2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def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3pPr>
            <a:lvl4pPr lvl="3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defRPr lang="pt-BR" sz="14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4pPr>
            <a:lvl5pPr lvl="4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defRPr lang="pt-BR" sz="14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5pPr>
          </a:lstStyle>
          <a:p>
            <a:pPr marL="306000" indent="-30600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</a:pPr>
            <a:r>
              <a:rPr lang="pt-BR" sz="20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Clique para editar os estilos de texto Mestres</a:t>
            </a:r>
            <a:endParaRPr lang="pt-BR" sz="2000" b="0" u="none" strike="noStrike">
              <a:solidFill>
                <a:schemeClr val="lt1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Segundo nível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900000" lvl="2" indent="-270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Terceiro nível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1242000" lvl="3" indent="-234000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</a:pPr>
            <a:r>
              <a:rPr lang="pt-BR" sz="14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Quarto nível</a:t>
            </a:r>
            <a:endParaRPr lang="pt-BR" sz="14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1602000" lvl="4" indent="-234000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</a:pPr>
            <a:r>
              <a:rPr lang="pt-BR" sz="14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Quinto nível</a:t>
            </a:r>
            <a:endParaRPr lang="pt-BR" sz="14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body"/>
          </p:nvPr>
        </p:nvSpPr>
        <p:spPr>
          <a:xfrm>
            <a:off x="5740920" y="5262120"/>
            <a:ext cx="5869800" cy="689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r" defTabSz="457200">
              <a:lnSpc>
                <a:spcPct val="100000"/>
              </a:lnSpc>
              <a:spcBef>
                <a:spcPts val="221"/>
              </a:spcBef>
              <a:spcAft>
                <a:spcPts val="601"/>
              </a:spcAft>
              <a:buNone/>
              <a:tabLst>
                <a:tab pos="0" algn="l"/>
              </a:tabLst>
              <a:defRPr lang="pt-BR" sz="1100" b="0" u="none" strike="noStrike">
                <a:solidFill>
                  <a:schemeClr val="lt1"/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spcBef>
                <a:spcPts val="221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100" b="0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Clique para editar os estilos de texto Mestres</a:t>
            </a:r>
            <a:endParaRPr lang="pt-BR" sz="1100" b="0" u="none" strike="noStrike">
              <a:solidFill>
                <a:schemeClr val="lt1"/>
              </a:solidFill>
              <a:effectLst/>
              <a:uFillTx/>
              <a:latin typeface="Gill Sans MT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dt" idx="28"/>
          </p:nvPr>
        </p:nvSpPr>
        <p:spPr>
          <a:xfrm>
            <a:off x="7606080" y="595620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pt-BR" sz="900" b="0" u="none" strike="noStrike">
                <a:solidFill>
                  <a:schemeClr val="accent1">
                    <a:lumMod val="75000"/>
                    <a:lumOff val="25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pt-BR" sz="900" b="0" u="none" strike="noStrike">
                <a:solidFill>
                  <a:schemeClr val="accent1">
                    <a:lumMod val="75000"/>
                    <a:lumOff val="25000"/>
                  </a:schemeClr>
                </a:solidFill>
                <a:effectLst/>
                <a:uFillTx/>
                <a:latin typeface="Gill Sans MT"/>
              </a:rPr>
              <a:t>&lt;data/hora&gt;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 type="ftr" idx="29"/>
          </p:nvPr>
        </p:nvSpPr>
        <p:spPr>
          <a:xfrm>
            <a:off x="581040" y="5951880"/>
            <a:ext cx="69166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6"/>
          <p:cNvSpPr>
            <a:spLocks noGrp="1"/>
          </p:cNvSpPr>
          <p:nvPr>
            <p:ph type="sldNum" idx="30"/>
          </p:nvPr>
        </p:nvSpPr>
        <p:spPr>
          <a:xfrm>
            <a:off x="10558440" y="5956200"/>
            <a:ext cx="1052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pt-BR" sz="900" b="0" u="none" strike="noStrike">
                <a:solidFill>
                  <a:schemeClr val="accent1">
                    <a:lumMod val="75000"/>
                    <a:lumOff val="25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476A4AC-DA7F-420A-9891-76D090FEB308}" type="slidenum">
              <a:rPr lang="pt-BR" sz="900" b="0" u="none" strike="noStrike">
                <a:solidFill>
                  <a:schemeClr val="accent1">
                    <a:lumMod val="75000"/>
                    <a:lumOff val="25000"/>
                  </a:schemeClr>
                </a:solidFill>
                <a:effectLst/>
                <a:uFillTx/>
                <a:latin typeface="Gill Sans MT"/>
              </a:rPr>
              <a:t>&lt;número&gt;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tângulo 8"/>
          <p:cNvSpPr/>
          <p:nvPr/>
        </p:nvSpPr>
        <p:spPr>
          <a:xfrm>
            <a:off x="446400" y="457200"/>
            <a:ext cx="3702960" cy="946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Retângulo 9"/>
          <p:cNvSpPr/>
          <p:nvPr/>
        </p:nvSpPr>
        <p:spPr>
          <a:xfrm>
            <a:off x="8042040" y="453600"/>
            <a:ext cx="3702960" cy="9828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Retângulo 10"/>
          <p:cNvSpPr/>
          <p:nvPr/>
        </p:nvSpPr>
        <p:spPr>
          <a:xfrm>
            <a:off x="4241880" y="457200"/>
            <a:ext cx="3702960" cy="9108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1"/>
          <p:cNvSpPr>
            <a:spLocks noGrp="1"/>
          </p:cNvSpPr>
          <p:nvPr>
            <p:ph type="title" hasCustomPrompt="1"/>
          </p:nvPr>
        </p:nvSpPr>
        <p:spPr>
          <a:xfrm>
            <a:off x="581040" y="4693320"/>
            <a:ext cx="1102932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pt-BR" sz="2400" b="0" u="none" strike="noStrike" cap="all">
                <a:solidFill>
                  <a:schemeClr val="accent1"/>
                </a:solidFill>
                <a:effectLst/>
                <a:uFillTx/>
                <a:latin typeface="Gill Sans M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pt-BR" sz="2400" b="0" u="none" strike="noStrike" cap="all">
                <a:solidFill>
                  <a:schemeClr val="accent1"/>
                </a:solidFill>
                <a:effectLst/>
                <a:uFillTx/>
                <a:latin typeface="Gill Sans MT"/>
              </a:rPr>
              <a:t>Clique para editar o estilo de título Mestre</a:t>
            </a:r>
            <a:endParaRPr lang="pt-BR" sz="2400" b="0" u="none" strike="noStrike" cap="all">
              <a:solidFill>
                <a:schemeClr val="accent1"/>
              </a:solidFill>
              <a:effectLst/>
              <a:uFillTx/>
              <a:latin typeface="Gill Sans MT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447840" y="599760"/>
            <a:ext cx="11290320" cy="3556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Clique no ícone para adicionar uma imagem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581040" y="5259960"/>
            <a:ext cx="11029320" cy="598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None/>
              <a:tabLst>
                <a:tab pos="0" algn="l"/>
              </a:tabLst>
              <a:defRPr lang="pt-BR" sz="1200" b="0" u="none" strike="noStrike">
                <a:solidFill>
                  <a:schemeClr val="dk2"/>
                </a:solidFill>
                <a:effectLst/>
                <a:uFillTx/>
                <a:latin typeface="Gill Sans MT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Clique para editar os estilos de texto Mestres</a:t>
            </a:r>
            <a:endParaRPr lang="pt-BR" sz="12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dt" idx="31"/>
          </p:nvPr>
        </p:nvSpPr>
        <p:spPr>
          <a:xfrm>
            <a:off x="7606080" y="595620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pt-BR" sz="900" b="0" u="none" strike="noStrike">
                <a:solidFill>
                  <a:schemeClr val="accent2"/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pt-BR" sz="900" b="0" u="none" strike="noStrike">
                <a:solidFill>
                  <a:schemeClr val="accent2"/>
                </a:solidFill>
                <a:effectLst/>
                <a:uFillTx/>
                <a:latin typeface="Gill Sans MT"/>
              </a:rPr>
              <a:t>&lt;data/hora&gt;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5"/>
          <p:cNvSpPr>
            <a:spLocks noGrp="1"/>
          </p:cNvSpPr>
          <p:nvPr>
            <p:ph type="ftr" idx="32"/>
          </p:nvPr>
        </p:nvSpPr>
        <p:spPr>
          <a:xfrm>
            <a:off x="581040" y="5951880"/>
            <a:ext cx="69166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6"/>
          <p:cNvSpPr>
            <a:spLocks noGrp="1"/>
          </p:cNvSpPr>
          <p:nvPr>
            <p:ph type="sldNum" idx="33"/>
          </p:nvPr>
        </p:nvSpPr>
        <p:spPr>
          <a:xfrm>
            <a:off x="10558440" y="5956200"/>
            <a:ext cx="1052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pt-BR" sz="900" b="0" u="none" strike="noStrike">
                <a:solidFill>
                  <a:schemeClr val="accent2"/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61921A9-DB4B-41D9-8B55-7855BF57AD40}" type="slidenum">
              <a:rPr lang="pt-BR" sz="900" b="0" u="none" strike="noStrike">
                <a:solidFill>
                  <a:schemeClr val="accent2"/>
                </a:solidFill>
                <a:effectLst/>
                <a:uFillTx/>
                <a:latin typeface="Gill Sans MT"/>
              </a:rPr>
              <a:t>&lt;número&gt;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0" name="Retângulo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Gill Sans MT"/>
            </a:endParaRPr>
          </a:p>
        </p:txBody>
      </p:sp>
      <p:pic>
        <p:nvPicPr>
          <p:cNvPr id="111" name="Imagem 6" descr="Conexões Digitais"/>
          <p:cNvPicPr/>
          <p:nvPr/>
        </p:nvPicPr>
        <p:blipFill>
          <a:blip r:embed="rId1"/>
          <a:srcRect l="13264" t="9092" r="3501" b="0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12" name="Grupo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46400" y="453600"/>
            <a:ext cx="11298600" cy="98280"/>
            <a:chOff x="446400" y="453600"/>
            <a:chExt cx="11298600" cy="98280"/>
          </a:xfrm>
        </p:grpSpPr>
        <p:sp>
          <p:nvSpPr>
            <p:cNvPr id="113" name="Retângulo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6400" y="457200"/>
              <a:ext cx="3702960" cy="9468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5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Retângulo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042040" y="453600"/>
              <a:ext cx="3702960" cy="9828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5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Retângulo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241880" y="457200"/>
              <a:ext cx="3702960" cy="9108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5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6" name="Retângulo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8560" y="4428000"/>
            <a:ext cx="11260440" cy="1962000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>
            <a:noFill/>
          </a:ln>
          <a:effectLst>
            <a:outerShdw blurRad="38160" dir="5400000" dist="2556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1"/>
          <p:cNvSpPr>
            <a:spLocks noGrp="1"/>
          </p:cNvSpPr>
          <p:nvPr>
            <p:ph type="title" hasCustomPrompt="1"/>
          </p:nvPr>
        </p:nvSpPr>
        <p:spPr>
          <a:xfrm>
            <a:off x="581040" y="4572000"/>
            <a:ext cx="10993320" cy="894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pt-BR" sz="5400" b="0" u="none" strike="noStrike" cap="all">
                <a:solidFill>
                  <a:schemeClr val="lt1"/>
                </a:solidFill>
                <a:effectLst/>
                <a:uFillTx/>
                <a:latin typeface="Gill Sans MT"/>
              </a:rPr>
              <a:t>Cibersegurança</a:t>
            </a:r>
            <a:endParaRPr lang="pt-BR" sz="5400" b="0" u="none" strike="noStrike" cap="all">
              <a:solidFill>
                <a:schemeClr val="accent1"/>
              </a:solidFill>
              <a:effectLst/>
              <a:uFillTx/>
              <a:latin typeface="Gill Sans MT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subTitle" hasCustomPrompt="1"/>
          </p:nvPr>
        </p:nvSpPr>
        <p:spPr>
          <a:xfrm>
            <a:off x="581040" y="5467320"/>
            <a:ext cx="10993320" cy="48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600" b="0" u="none" strike="noStrike" cap="all">
                <a:solidFill>
                  <a:schemeClr val="lt1"/>
                </a:solidFill>
                <a:effectLst/>
                <a:uFillTx/>
                <a:latin typeface="Gill Sans MT"/>
              </a:rPr>
              <a:t>Detecção de Anomalias e Priorização de Incidentes com IA Multiagente</a:t>
            </a:r>
            <a:endParaRPr lang="pt-BR" sz="1600" b="0" u="none" strike="noStrike" cap="all">
              <a:solidFill>
                <a:schemeClr val="accent2"/>
              </a:solidFill>
              <a:effectLst/>
              <a:uFillTx/>
              <a:latin typeface="Gill Sans MT"/>
            </a:endParaRPr>
          </a:p>
        </p:txBody>
      </p:sp>
      <p:pic>
        <p:nvPicPr>
          <p:cNvPr id="119" name="Image 0" descr="preencoded.png"/>
          <p:cNvPicPr/>
          <p:nvPr/>
        </p:nvPicPr>
        <p:blipFill>
          <a:blip r:embed="rId2"/>
          <a:stretch/>
        </p:blipFill>
        <p:spPr>
          <a:xfrm>
            <a:off x="9567360" y="4763520"/>
            <a:ext cx="1188360" cy="1188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aixaDeTexto 1"/>
          <p:cNvSpPr/>
          <p:nvPr/>
        </p:nvSpPr>
        <p:spPr>
          <a:xfrm>
            <a:off x="431640" y="1298160"/>
            <a:ext cx="11328120" cy="4524120"/>
          </a:xfrm>
          <a:prstGeom prst="rect">
            <a:avLst/>
          </a:prstGeom>
          <a:solidFill>
            <a:srgbClr val="1A3260"/>
          </a:solidFill>
          <a:ln cap="rnd">
            <a:solidFill>
              <a:srgbClr val="0B152A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INTEGRANTES DO GRUPO: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Iury de Andrade Hilário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Caio Lima Vicente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Augusto Barreto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Renato Montenegro de Oliveira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Gustavo Morais da Silva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 hasCustomPrompt="1"/>
          </p:nvPr>
        </p:nvSpPr>
        <p:spPr>
          <a:xfrm>
            <a:off x="581040" y="551880"/>
            <a:ext cx="11029320" cy="98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en-US" sz="2800" b="1" u="none" strike="noStrike" cap="all">
                <a:solidFill>
                  <a:srgbClr val="FFFFFF"/>
                </a:solidFill>
                <a:effectLst/>
                <a:uFillTx/>
                <a:latin typeface="Gill Sans MT"/>
              </a:rPr>
              <a:t>A RFP — O PROBLEMA</a:t>
            </a:r>
            <a:endParaRPr lang="pt-BR" sz="2800" b="0" u="none" strike="noStrike" cap="all">
              <a:solidFill>
                <a:schemeClr val="lt1"/>
              </a:solidFill>
              <a:effectLst/>
              <a:uFillTx/>
              <a:latin typeface="Gill Sans MT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581040" y="2228040"/>
            <a:ext cx="4896360" cy="219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marL="306000" indent="-30600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</a:pPr>
            <a:r>
              <a:rPr lang="pt-BR" sz="1800" b="1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Cliente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Empresa de tecnologia com sistemas web, APIs e infraestrutura em nuvem, responsável por processar um grande volume de eventos e logs diariamente.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/>
          </p:nvPr>
        </p:nvSpPr>
        <p:spPr>
          <a:xfrm>
            <a:off x="6188400" y="2228040"/>
            <a:ext cx="5421960" cy="199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marL="306000" indent="-30600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</a:pPr>
            <a:r>
              <a:rPr lang="pt-BR" sz="1800" b="1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Problema de Negócio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O alto volume de logs dificulta a identificação de atividades suspeitas e aumenta a quantidade de falsos positivos, tornando a análise manual lenta e ineficiente.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</p:txBody>
      </p:sp>
      <p:sp>
        <p:nvSpPr>
          <p:cNvPr id="124" name="Espaço Reservado para Conteúdo 3"/>
          <p:cNvSpPr/>
          <p:nvPr/>
        </p:nvSpPr>
        <p:spPr>
          <a:xfrm>
            <a:off x="3029400" y="4044240"/>
            <a:ext cx="5421960" cy="2191320"/>
          </a:xfrm>
          <a:prstGeom prst="rect">
            <a:avLst/>
          </a:prstGeom>
          <a:solidFill>
            <a:srgbClr val="1A3260"/>
          </a:solidFill>
          <a:ln cap="rnd">
            <a:solidFill>
              <a:srgbClr val="0B152A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rmAutofit fontScale="85000" lnSpcReduction="19999"/>
          </a:bodyPr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       Impactos Identificados: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excesso de alertas;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fadiga operacional da equipe de segurança;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dificuldade na priorização de incidentes;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risco de ameaças reais passarem despercebidas.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 hasCustomPrompt="1"/>
          </p:nvPr>
        </p:nvSpPr>
        <p:spPr>
          <a:xfrm>
            <a:off x="581040" y="729720"/>
            <a:ext cx="11029320" cy="98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pt-BR" sz="2800" b="1" u="none" strike="noStrike" cap="all">
                <a:solidFill>
                  <a:schemeClr val="lt1"/>
                </a:solidFill>
                <a:effectLst/>
                <a:uFillTx/>
                <a:latin typeface="Gill Sans MT"/>
              </a:rPr>
              <a:t>Objetivos do Projeto</a:t>
            </a:r>
            <a:endParaRPr lang="pt-BR" sz="2800" b="0" u="none" strike="noStrike" cap="all">
              <a:solidFill>
                <a:schemeClr val="lt1"/>
              </a:solidFill>
              <a:effectLst/>
              <a:uFillTx/>
              <a:latin typeface="Gill Sans MT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581040" y="2228040"/>
            <a:ext cx="5421960" cy="3632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 </a:t>
            </a:r>
            <a:r>
              <a:rPr lang="pt-BR" sz="1800" b="1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Objetivos do Projeto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306000" indent="-30600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O projeto tem como objetivo desenvolver uma solução inteligente capaz de auxiliar equipes de segurança na detecção e priorização de incidentes em ambientes computacionais modernos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/>
          </p:nvPr>
        </p:nvSpPr>
        <p:spPr>
          <a:xfrm>
            <a:off x="6188400" y="2228040"/>
            <a:ext cx="5421960" cy="4807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1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Objetivos principais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detectar comportamentos suspeitos automaticamente;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reduzir falsos positivos;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calcular níveis de severidade utilizando lógica fuzzy;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priorizar incidentes de acordo com sua criticidade;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gerar resumos técnicos para apoio aos analistas;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reduzir o tempo de triagem dos alertas;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aumentar a eficiência operacional da equipe de segurança;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garantir rastreabilidade das decisões para auditoria futura.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 hasCustomPrompt="1"/>
          </p:nvPr>
        </p:nvSpPr>
        <p:spPr>
          <a:xfrm>
            <a:off x="581040" y="702000"/>
            <a:ext cx="11029320" cy="101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pt-BR" sz="2800" b="1" u="none" strike="noStrike" cap="all">
                <a:solidFill>
                  <a:schemeClr val="lt1"/>
                </a:solidFill>
                <a:effectLst/>
                <a:uFillTx/>
                <a:latin typeface="Gill Sans MT"/>
              </a:rPr>
              <a:t>Objetivos Mensuráveis </a:t>
            </a:r>
            <a:endParaRPr lang="pt-BR" sz="2800" b="0" u="none" strike="noStrike" cap="all">
              <a:solidFill>
                <a:schemeClr val="lt1"/>
              </a:solidFill>
              <a:effectLst/>
              <a:uFillTx/>
              <a:latin typeface="Gill Sans MT"/>
            </a:endParaRPr>
          </a:p>
        </p:txBody>
      </p:sp>
      <p:graphicFrame>
        <p:nvGraphicFramePr>
          <p:cNvPr id="129" name="Tabela 9"/>
          <p:cNvGraphicFramePr/>
          <p:nvPr/>
        </p:nvGraphicFramePr>
        <p:xfrm>
          <a:off x="581040" y="2579400"/>
          <a:ext cx="10788120" cy="3044880"/>
        </p:xfrm>
        <a:graphic>
          <a:graphicData uri="http://schemas.openxmlformats.org/drawingml/2006/table">
            <a:tbl>
              <a:tblPr/>
              <a:tblGrid>
                <a:gridCol w="3596040"/>
                <a:gridCol w="3596040"/>
                <a:gridCol w="3596040"/>
              </a:tblGrid>
              <a:tr h="507240">
                <a:tc>
                  <a:txBody>
                    <a:bodyPr lIns="9360" tIns="9360" rIns="9360" bIns="9360" anchor="ctr">
                      <a:noAutofit/>
                    </a:bodyPr>
                    <a:p>
                      <a:pPr algn="ctr"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Gill Sans MT"/>
                        </a:rPr>
                        <a:t>Objetivo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360" tIns="9360" rIns="9360" bIns="9360" anchor="ctr">
                      <a:noAutofit/>
                    </a:bodyPr>
                    <a:p>
                      <a:pPr algn="ctr"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Gill Sans MT"/>
                        </a:rPr>
                        <a:t>Indicador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360" tIns="9360" rIns="9360" bIns="9360" anchor="ctr">
                      <a:noAutofit/>
                    </a:bodyPr>
                    <a:p>
                      <a:pPr algn="ctr"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Gill Sans MT"/>
                        </a:rPr>
                        <a:t>Meta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07240">
                <a:tc>
                  <a:txBody>
                    <a:bodyPr lIns="9360" tIns="9360" rIns="9360" bIns="9360" anchor="ctr">
                      <a:noAutofit/>
                    </a:bodyPr>
                    <a:p>
                      <a:pPr algn="ctr"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Gill Sans MT"/>
                        </a:rPr>
                        <a:t>Reduzir falsos positivos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360" tIns="9360" rIns="9360" bIns="9360" anchor="ctr">
                      <a:noAutofit/>
                    </a:bodyPr>
                    <a:p>
                      <a:pPr algn="ctr"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Gill Sans MT"/>
                        </a:rPr>
                        <a:t>% de alertas falsos sobre total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9360" tIns="9360" rIns="9360" bIns="9360" anchor="ctr">
                      <a:noAutofit/>
                    </a:bodyPr>
                    <a:p>
                      <a:pPr algn="ctr"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Gill Sans MT"/>
                        </a:rPr>
                        <a:t>Redução de 40% em 3 meses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07240">
                <a:tc>
                  <a:txBody>
                    <a:bodyPr lIns="9360" tIns="9360" rIns="9360" bIns="9360" anchor="ctr">
                      <a:noAutofit/>
                    </a:bodyPr>
                    <a:p>
                      <a:pPr algn="ctr"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Gill Sans MT"/>
                        </a:rPr>
                        <a:t>Aumentar detecção de incidentes reais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360" tIns="9360" rIns="9360" bIns="9360" anchor="ctr">
                      <a:noAutofit/>
                    </a:bodyPr>
                    <a:p>
                      <a:pPr algn="ctr"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Gill Sans MT"/>
                        </a:rPr>
                        <a:t>Taxa de detecção de eventos críticos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tIns="9360" rIns="9360" bIns="9360" anchor="ctr">
                      <a:noAutofit/>
                    </a:bodyPr>
                    <a:p>
                      <a:pPr algn="ctr"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Gill Sans MT"/>
                        </a:rPr>
                        <a:t>≥ 90% de precisão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07240">
                <a:tc>
                  <a:txBody>
                    <a:bodyPr lIns="9360" tIns="9360" rIns="9360" bIns="9360" anchor="ctr">
                      <a:noAutofit/>
                    </a:bodyPr>
                    <a:p>
                      <a:pPr algn="ctr"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Gill Sans MT"/>
                        </a:rPr>
                        <a:t>Agilizar resposta da equipe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360" tIns="9360" rIns="9360" bIns="9360" anchor="ctr">
                      <a:noAutofit/>
                    </a:bodyPr>
                    <a:p>
                      <a:pPr algn="ctr"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Gill Sans MT"/>
                        </a:rPr>
                        <a:t>Tempo médio de triagem por incidente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9360" tIns="9360" rIns="9360" bIns="9360" anchor="ctr">
                      <a:noAutofit/>
                    </a:bodyPr>
                    <a:p>
                      <a:pPr algn="ctr"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Gill Sans MT"/>
                        </a:rPr>
                        <a:t>Redução de 60% no tempo manual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07240">
                <a:tc>
                  <a:txBody>
                    <a:bodyPr lIns="9360" tIns="9360" rIns="9360" bIns="9360" anchor="ctr">
                      <a:noAutofit/>
                    </a:bodyPr>
                    <a:p>
                      <a:pPr algn="ctr"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Gill Sans MT"/>
                        </a:rPr>
                        <a:t>Priorizar corretamente incidentes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360" tIns="9360" rIns="9360" bIns="9360" anchor="ctr">
                      <a:noAutofit/>
                    </a:bodyPr>
                    <a:p>
                      <a:pPr algn="ctr"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Gill Sans MT"/>
                        </a:rPr>
                        <a:t>% de incidentes críticos atendidos primeiro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tIns="9360" rIns="9360" bIns="9360" anchor="ctr">
                      <a:noAutofit/>
                    </a:bodyPr>
                    <a:p>
                      <a:pPr algn="ctr"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Gill Sans MT"/>
                        </a:rPr>
                        <a:t>≥ 95% de acerto na priorização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07240">
                <a:tc>
                  <a:txBody>
                    <a:bodyPr lIns="9360" tIns="9360" rIns="9360" bIns="9360" anchor="ctr">
                      <a:noAutofit/>
                    </a:bodyPr>
                    <a:p>
                      <a:pPr algn="ctr"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Gill Sans MT"/>
                        </a:rPr>
                        <a:t>Garantir rastreabilidade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360" tIns="9360" rIns="9360" bIns="9360" anchor="ctr">
                      <a:noAutofit/>
                    </a:bodyPr>
                    <a:p>
                      <a:pPr algn="ctr"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Gill Sans MT"/>
                        </a:rPr>
                        <a:t>% de incidentes com log de decisão registrado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9360" tIns="9360" rIns="9360" bIns="9360" anchor="ctr">
                      <a:noAutofit/>
                    </a:bodyPr>
                    <a:p>
                      <a:pPr algn="ctr"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Gill Sans MT"/>
                        </a:rPr>
                        <a:t>100% dos casos auditáveis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 hasCustomPrompt="1"/>
          </p:nvPr>
        </p:nvSpPr>
        <p:spPr>
          <a:xfrm>
            <a:off x="581040" y="729720"/>
            <a:ext cx="11029320" cy="98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pt-BR" sz="2800" b="0" u="none" strike="noStrike" cap="all">
                <a:solidFill>
                  <a:schemeClr val="lt1"/>
                </a:solidFill>
                <a:effectLst/>
                <a:uFillTx/>
                <a:latin typeface="Gill Sans MT"/>
              </a:rPr>
              <a:t>Tecnologias Utilizadas</a:t>
            </a:r>
            <a:endParaRPr lang="pt-BR" sz="2800" b="0" u="none" strike="noStrike" cap="all">
              <a:solidFill>
                <a:schemeClr val="lt1"/>
              </a:solidFill>
              <a:effectLst/>
              <a:uFillTx/>
              <a:latin typeface="Gill Sans MT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581040" y="2228040"/>
            <a:ext cx="5421960" cy="3632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1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    Backend Web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Django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1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      IA / LLM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Google Gemini 2.5 Flash Lite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1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     Framework Multiagente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CrewAI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1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     SDK de Integração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google-genai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/>
          </p:nvPr>
        </p:nvSpPr>
        <p:spPr>
          <a:xfrm>
            <a:off x="6188400" y="2228040"/>
            <a:ext cx="5421960" cy="3632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1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	</a:t>
            </a:r>
            <a:r>
              <a:rPr lang="pt-BR" sz="1800" b="1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Banco de Dados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SQLite3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1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	</a:t>
            </a:r>
            <a:r>
              <a:rPr lang="pt-BR" sz="1800" b="1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Linguagem Principal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Python 3.13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1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	</a:t>
            </a:r>
            <a:r>
              <a:rPr lang="pt-BR" sz="1800" b="1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Frontend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HTML + CSS (Templates Django)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1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	</a:t>
            </a:r>
            <a:r>
              <a:rPr lang="pt-BR" sz="1800" b="1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Persistência de Conversa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JSON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 hasCustomPrompt="1"/>
          </p:nvPr>
        </p:nvSpPr>
        <p:spPr>
          <a:xfrm>
            <a:off x="581040" y="729720"/>
            <a:ext cx="11029320" cy="98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pt-BR" sz="2800" b="1" u="none" strike="noStrike" cap="all">
                <a:solidFill>
                  <a:schemeClr val="lt1"/>
                </a:solidFill>
                <a:effectLst/>
                <a:uFillTx/>
                <a:latin typeface="Gill Sans MT"/>
              </a:rPr>
              <a:t>Justificativa do Uso de Sistemas Multiagentes</a:t>
            </a:r>
            <a:endParaRPr lang="pt-BR" sz="2800" b="0" u="none" strike="noStrike" cap="all">
              <a:solidFill>
                <a:schemeClr val="lt1"/>
              </a:solidFill>
              <a:effectLst/>
              <a:uFillTx/>
              <a:latin typeface="Gill Sans MT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581040" y="2228040"/>
            <a:ext cx="5421960" cy="416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A arquitetura foi desenvolvida utilizando Sistemas Multiagentes.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Em vez de concentrar todas as funções em um único sistema, dividimos as responsabilidades entre agentes especializados, com cada agente possuindo uma função específica.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Essa abordagem oferece diversas vantagens, melhora a organização da solução, também facilita manutenção e evolução futura, novos agentes podem ser adicionados sem necessidade de reconstruir todo o sistema, etc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/>
          </p:nvPr>
        </p:nvSpPr>
        <p:spPr>
          <a:xfrm>
            <a:off x="6188400" y="2228040"/>
            <a:ext cx="5421960" cy="416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 Por exemplo, futuramente poderíamos criar agentes especializados em: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ransomware;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phishing;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análise comportamental avançada;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detecção de ameaças internas.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  Isso torna a arquitetura mais escalável e flexível.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 hasCustomPrompt="1"/>
          </p:nvPr>
        </p:nvSpPr>
        <p:spPr>
          <a:xfrm>
            <a:off x="581040" y="702000"/>
            <a:ext cx="11029320" cy="101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pt-BR" sz="2800" b="1" u="none" strike="noStrike" cap="all">
                <a:solidFill>
                  <a:schemeClr val="lt1"/>
                </a:solidFill>
                <a:effectLst/>
                <a:uFillTx/>
                <a:latin typeface="Gill Sans MT"/>
              </a:rPr>
              <a:t>Visão Geral da Solução e Fluxo da Solução </a:t>
            </a:r>
            <a:br>
              <a:rPr sz="2800"/>
            </a:br>
            <a:endParaRPr lang="pt-BR" sz="2800" b="0" u="none" strike="noStrike" cap="all">
              <a:solidFill>
                <a:schemeClr val="lt1"/>
              </a:solidFill>
              <a:effectLst/>
              <a:uFillTx/>
              <a:latin typeface="Gill Sans MT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581040" y="2180520"/>
            <a:ext cx="9561600" cy="3678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marL="306000" indent="-30600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Nossa solução funciona como uma cadeia inteligente de processamento.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</a:pP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306000" indent="-30600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O sistema recebe logs provenientes de diferentes fontes e realiza múltiplas etapas de análise, após a análise, os incidentes são classificados e apresentados aos analistas, que tomarão as decisões, garantindo segurança e conformidade com as leis.</a:t>
            </a:r>
            <a:r>
              <a:rPr lang="pt-BR" sz="1800" b="1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 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</a:pP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aixaDeTexto 1"/>
          <p:cNvSpPr/>
          <p:nvPr/>
        </p:nvSpPr>
        <p:spPr>
          <a:xfrm>
            <a:off x="795960" y="914400"/>
            <a:ext cx="9439920" cy="5316840"/>
          </a:xfrm>
          <a:prstGeom prst="rect">
            <a:avLst/>
          </a:prstGeom>
          <a:solidFill>
            <a:srgbClr val="1A3260"/>
          </a:solidFill>
          <a:ln cap="rnd">
            <a:solidFill>
              <a:srgbClr val="0B152A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sp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Gill Sans MT"/>
            </a:endParaRPr>
          </a:p>
        </p:txBody>
      </p:sp>
      <p:sp>
        <p:nvSpPr>
          <p:cNvPr id="139" name="CaixaDeTexto 5"/>
          <p:cNvSpPr/>
          <p:nvPr/>
        </p:nvSpPr>
        <p:spPr>
          <a:xfrm>
            <a:off x="1193760" y="1125720"/>
            <a:ext cx="7949880" cy="46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O fluxo começa com a entrada dos logs.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Esses logs podem conter: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15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  <a:tabLst>
                <a:tab pos="457200" algn="l"/>
              </a:tabLst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endereço IP;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15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  <a:tabLst>
                <a:tab pos="457200" algn="l"/>
              </a:tabLst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horário de acesso;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15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  <a:tabLst>
                <a:tab pos="457200" algn="l"/>
              </a:tabLst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endpoint acessado;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15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  <a:tabLst>
                <a:tab pos="457200" algn="l"/>
              </a:tabLst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usuário;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15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  <a:tabLst>
                <a:tab pos="457200" algn="l"/>
              </a:tabLst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perfil;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15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  <a:tabLst>
                <a:tab pos="457200" algn="l"/>
              </a:tabLst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quantidade de tentativas de login;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15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  <a:tabLst>
                <a:tab pos="457200" algn="l"/>
              </a:tabLst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volume de requisições;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15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  <a:tabLst>
                <a:tab pos="457200" algn="l"/>
              </a:tabLst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código HTTP;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15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  <a:tabLst>
                <a:tab pos="457200" algn="l"/>
              </a:tabLst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histórico de incidentes.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Imagem 7"/>
          <p:cNvPicPr/>
          <p:nvPr/>
        </p:nvPicPr>
        <p:blipFill>
          <a:blip r:embed="rId1"/>
          <a:stretch/>
        </p:blipFill>
        <p:spPr>
          <a:xfrm>
            <a:off x="2322720" y="0"/>
            <a:ext cx="754596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 hasCustomPrompt="1"/>
          </p:nvPr>
        </p:nvSpPr>
        <p:spPr>
          <a:xfrm>
            <a:off x="581040" y="702000"/>
            <a:ext cx="11029320" cy="101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pt-BR" sz="2800" b="1" u="none" strike="noStrike" cap="all">
                <a:solidFill>
                  <a:schemeClr val="lt1"/>
                </a:solidFill>
                <a:effectLst/>
                <a:uFillTx/>
                <a:latin typeface="Gill Sans MT"/>
              </a:rPr>
              <a:t>Agente 1 – Coletor de Logs</a:t>
            </a:r>
            <a:br>
              <a:rPr sz="2800"/>
            </a:br>
            <a:endParaRPr lang="pt-BR" sz="2800" b="0" u="none" strike="noStrike" cap="all">
              <a:solidFill>
                <a:schemeClr val="lt1"/>
              </a:solidFill>
              <a:effectLst/>
              <a:uFillTx/>
              <a:latin typeface="Gill Sans MT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581040" y="1955880"/>
            <a:ext cx="11029320" cy="437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      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   Classificado como um agente reativo simples.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   Sua responsabilidade é: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receber eventos;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validar informações;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normalizar dados;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remover inconsistências;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encaminhar os registros para processamento.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Ele não realiza análises complexas.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Seu foco é garantir qualidade dos dados de entrada.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 hasCustomPrompt="1"/>
          </p:nvPr>
        </p:nvSpPr>
        <p:spPr>
          <a:xfrm>
            <a:off x="581040" y="702000"/>
            <a:ext cx="11029320" cy="101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pt-BR" sz="2800" b="1" u="none" strike="noStrike" cap="all">
                <a:solidFill>
                  <a:schemeClr val="lt1"/>
                </a:solidFill>
                <a:effectLst/>
                <a:uFillTx/>
                <a:latin typeface="Gill Sans MT"/>
              </a:rPr>
              <a:t>Agente 2 – Detector de Anomalias</a:t>
            </a:r>
            <a:br>
              <a:rPr sz="2800"/>
            </a:br>
            <a:endParaRPr lang="pt-BR" sz="2800" b="0" u="none" strike="noStrike" cap="all">
              <a:solidFill>
                <a:schemeClr val="lt1"/>
              </a:solidFill>
              <a:effectLst/>
              <a:uFillTx/>
              <a:latin typeface="Gill Sans MT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581040" y="2180520"/>
            <a:ext cx="11029320" cy="40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19999"/>
          </a:bodyPr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      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Classificado como um agente baseado em modelos.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     Esse agente mantém um modelo do comportamento considerado normal.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     Sempre que um novo evento é recebido, ele compara o comportamento atual com o histórico conhecido.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     Exemplos de situações suspeitas: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acessos durante a madrugada;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grande quantidade de tentativas de login;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acesso vindo de região incomum;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aumento repentino de requisições.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     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Quando identifica um desvio significativo, o agente gera uma suspeita de incidente.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 hasCustomPrompt="1"/>
          </p:nvPr>
        </p:nvSpPr>
        <p:spPr>
          <a:xfrm>
            <a:off x="581040" y="729720"/>
            <a:ext cx="11029320" cy="98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pt-BR" sz="2800" b="1" u="none" strike="noStrike" cap="all">
                <a:solidFill>
                  <a:schemeClr val="lt1"/>
                </a:solidFill>
                <a:effectLst/>
                <a:uFillTx/>
                <a:latin typeface="Gill Sans MT"/>
              </a:rPr>
              <a:t>Agente 3 – Avaliador de Severidade</a:t>
            </a:r>
            <a:br>
              <a:rPr sz="2800"/>
            </a:br>
            <a:endParaRPr lang="pt-BR" sz="2800" b="0" u="none" strike="noStrike" cap="all">
              <a:solidFill>
                <a:schemeClr val="lt1"/>
              </a:solidFill>
              <a:effectLst/>
              <a:uFillTx/>
              <a:latin typeface="Gill Sans MT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428760" y="2778480"/>
            <a:ext cx="5421960" cy="3632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O terceiro agente utiliza lógica fuzzy.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Ele é responsável por calcular a severidade do incidente.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A lógica fuzzy permite trabalhar com níveis intermediários de risco.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Ao invés de simplesmente classificar algo como seguro ou perigoso, o sistema consegue determinar graus de risco.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6340680" y="2778480"/>
            <a:ext cx="5421960" cy="3632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     Para isso são considerados fatores como: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frequência de eventos;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horário da ocorrência;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histórico do usuário;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falhas de autenticação;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criticidade do recurso acessado.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      Ao final é gerado um score de risco.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 hasCustomPrompt="1"/>
          </p:nvPr>
        </p:nvSpPr>
        <p:spPr>
          <a:xfrm>
            <a:off x="581040" y="702000"/>
            <a:ext cx="11029320" cy="101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pt-BR" sz="2800" b="1" u="none" strike="noStrike" cap="all">
                <a:solidFill>
                  <a:schemeClr val="lt1"/>
                </a:solidFill>
                <a:effectLst/>
                <a:uFillTx/>
                <a:latin typeface="Gill Sans MT"/>
              </a:rPr>
              <a:t>Agente 4 – Priorizador e Gerador de Resumos</a:t>
            </a:r>
            <a:br>
              <a:rPr sz="2800"/>
            </a:br>
            <a:endParaRPr lang="pt-BR" sz="2800" b="0" u="none" strike="noStrike" cap="all">
              <a:solidFill>
                <a:schemeClr val="lt1"/>
              </a:solidFill>
              <a:effectLst/>
              <a:uFillTx/>
              <a:latin typeface="Gill Sans MT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496440" y="2286720"/>
            <a:ext cx="11029320" cy="386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  O quarto agente é baseado em utilidade.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  Sua função é transformar o score de risco em uma prioridade prática.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  Os incidentes podem ser classificados como: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Baixo;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Médio;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Alto;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Crítico.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 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Além disso, o agente gera automaticamente um resumo técnico.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Esse resumo apresenta as principais informações para que o analista compreenda rapidamente o incidente.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Isso reduz significativamente o tempo de análise.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 hasCustomPrompt="1"/>
          </p:nvPr>
        </p:nvSpPr>
        <p:spPr>
          <a:xfrm>
            <a:off x="581040" y="702000"/>
            <a:ext cx="11029320" cy="101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pt-BR" sz="2800" b="0" u="none" strike="noStrike" cap="all">
                <a:solidFill>
                  <a:schemeClr val="lt1"/>
                </a:solidFill>
                <a:effectLst/>
                <a:uFillTx/>
                <a:latin typeface="Gill Sans MT"/>
              </a:rPr>
              <a:t>Exemplo Prático de Funcionamento</a:t>
            </a:r>
            <a:endParaRPr lang="pt-BR" sz="2800" b="0" u="none" strike="noStrike" cap="all">
              <a:solidFill>
                <a:schemeClr val="lt1"/>
              </a:solidFill>
              <a:effectLst/>
              <a:uFillTx/>
              <a:latin typeface="Gill Sans MT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437400" y="1978560"/>
            <a:ext cx="3914280" cy="1718280"/>
          </a:xfrm>
          <a:prstGeom prst="rect">
            <a:avLst/>
          </a:prstGeom>
          <a:solidFill>
            <a:schemeClr val="lt1"/>
          </a:solidFill>
          <a:ln cap="rnd" w="22320">
            <a:solidFill>
              <a:schemeClr val="accent1"/>
            </a:solidFill>
            <a:round/>
          </a:ln>
        </p:spPr>
        <p:txBody>
          <a:bodyPr lIns="91440" tIns="45720" rIns="91440" bIns="45720" anchor="ctr">
            <a:normAutofit fontScale="85000" lnSpcReduction="19999"/>
          </a:bodyPr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Cenário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 Usuário realiza: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306000" indent="-30600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50 tentativas de login às 03h17;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306000" indent="-30600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acesso vindo de região incomum;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306000" indent="-30600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comportamento diferente do padrão histórico.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</p:txBody>
      </p:sp>
      <p:sp>
        <p:nvSpPr>
          <p:cNvPr id="152" name="Espaço Reservado para Conteúdo 2"/>
          <p:cNvSpPr/>
          <p:nvPr/>
        </p:nvSpPr>
        <p:spPr>
          <a:xfrm>
            <a:off x="4676400" y="1978560"/>
            <a:ext cx="2838960" cy="1718280"/>
          </a:xfrm>
          <a:prstGeom prst="rect">
            <a:avLst/>
          </a:prstGeom>
          <a:solidFill>
            <a:schemeClr val="accent1"/>
          </a:solidFill>
          <a:ln cap="rnd">
            <a:solidFill>
              <a:srgbClr val="1A326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anchor="ctr">
            <a:normAutofit/>
          </a:bodyPr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     </a:t>
            </a: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Agente Coletor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Recebe e normaliza os logs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Espaço Reservado para Conteúdo 2"/>
          <p:cNvSpPr/>
          <p:nvPr/>
        </p:nvSpPr>
        <p:spPr>
          <a:xfrm>
            <a:off x="8421480" y="2008080"/>
            <a:ext cx="2725920" cy="1718280"/>
          </a:xfrm>
          <a:prstGeom prst="rect">
            <a:avLst/>
          </a:prstGeom>
          <a:solidFill>
            <a:schemeClr val="accent1"/>
          </a:solidFill>
          <a:ln cap="rnd">
            <a:solidFill>
              <a:srgbClr val="1A326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anchor="ctr">
            <a:normAutofit lnSpcReduction="9999"/>
          </a:bodyPr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     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Detector de Anomalias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Identifica comportamento suspeito.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eta: para a Direita 8"/>
          <p:cNvSpPr/>
          <p:nvPr/>
        </p:nvSpPr>
        <p:spPr>
          <a:xfrm>
            <a:off x="7590240" y="2668320"/>
            <a:ext cx="499320" cy="338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A3260"/>
          </a:solidFill>
          <a:ln cap="rnd">
            <a:solidFill>
              <a:srgbClr val="FFFFFF"/>
            </a:solidFill>
            <a:rou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Gill Sans MT"/>
            </a:endParaRPr>
          </a:p>
        </p:txBody>
      </p:sp>
      <p:pic>
        <p:nvPicPr>
          <p:cNvPr id="155" name="Imagem 13"/>
          <p:cNvPicPr/>
          <p:nvPr/>
        </p:nvPicPr>
        <p:blipFill>
          <a:blip r:embed="rId1"/>
          <a:stretch/>
        </p:blipFill>
        <p:spPr>
          <a:xfrm rot="5400000">
            <a:off x="9623880" y="3944160"/>
            <a:ext cx="529920" cy="40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Espaço Reservado para Conteúdo 2"/>
          <p:cNvSpPr/>
          <p:nvPr/>
        </p:nvSpPr>
        <p:spPr>
          <a:xfrm>
            <a:off x="8525880" y="4564800"/>
            <a:ext cx="2725920" cy="1718280"/>
          </a:xfrm>
          <a:prstGeom prst="rect">
            <a:avLst/>
          </a:prstGeom>
          <a:solidFill>
            <a:schemeClr val="accent1"/>
          </a:solidFill>
          <a:ln cap="rnd">
            <a:solidFill>
              <a:srgbClr val="1A326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anchor="ctr">
            <a:normAutofit fontScale="77500" lnSpcReduction="19999"/>
          </a:bodyPr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     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     Avaliador Fuzzy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      Analisa: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horário incomum;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volume elevado;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localização diferente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7" name="Imagem 19"/>
          <p:cNvPicPr/>
          <p:nvPr/>
        </p:nvPicPr>
        <p:blipFill>
          <a:blip r:embed="rId2"/>
          <a:stretch/>
        </p:blipFill>
        <p:spPr>
          <a:xfrm rot="10800000">
            <a:off x="7815240" y="5223240"/>
            <a:ext cx="529920" cy="40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Espaço Reservado para Conteúdo 2"/>
          <p:cNvSpPr/>
          <p:nvPr/>
        </p:nvSpPr>
        <p:spPr>
          <a:xfrm>
            <a:off x="4907520" y="4564800"/>
            <a:ext cx="2725920" cy="1718280"/>
          </a:xfrm>
          <a:prstGeom prst="rect">
            <a:avLst/>
          </a:prstGeom>
          <a:solidFill>
            <a:schemeClr val="accent1"/>
          </a:solidFill>
          <a:ln cap="rnd">
            <a:solidFill>
              <a:srgbClr val="1A326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anchor="ctr">
            <a:normAutofit fontScale="85000" lnSpcReduction="9999"/>
          </a:bodyPr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     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     Priorizador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   Classifica o incidente como:</a:t>
            </a:r>
            <a:br>
              <a:rPr sz="1800"/>
            </a:b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       CRÍTICO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9" name="Imagem 25"/>
          <p:cNvPicPr/>
          <p:nvPr/>
        </p:nvPicPr>
        <p:blipFill>
          <a:blip r:embed="rId3"/>
          <a:stretch/>
        </p:blipFill>
        <p:spPr>
          <a:xfrm rot="10800000">
            <a:off x="4213800" y="5223240"/>
            <a:ext cx="529920" cy="40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Espaço Reservado para Conteúdo 2"/>
          <p:cNvSpPr/>
          <p:nvPr/>
        </p:nvSpPr>
        <p:spPr>
          <a:xfrm>
            <a:off x="1289520" y="4564800"/>
            <a:ext cx="2725920" cy="1718280"/>
          </a:xfrm>
          <a:prstGeom prst="rect">
            <a:avLst/>
          </a:prstGeom>
          <a:solidFill>
            <a:schemeClr val="accent1"/>
          </a:solidFill>
          <a:ln cap="rnd">
            <a:solidFill>
              <a:srgbClr val="1A326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anchor="ctr">
            <a:normAutofit/>
          </a:bodyPr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     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     LLM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Gera resumo técnico para o analista.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 hasCustomPrompt="1"/>
          </p:nvPr>
        </p:nvSpPr>
        <p:spPr>
          <a:xfrm>
            <a:off x="581040" y="702000"/>
            <a:ext cx="11029320" cy="101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pt-BR" sz="2800" b="0" u="none" strike="noStrike" cap="all">
                <a:solidFill>
                  <a:schemeClr val="lt1"/>
                </a:solidFill>
                <a:effectLst/>
                <a:uFillTx/>
                <a:latin typeface="Gill Sans MT"/>
              </a:rPr>
              <a:t>Inteligência Artificial Desenvolvida</a:t>
            </a:r>
            <a:endParaRPr lang="pt-BR" sz="2800" b="0" u="none" strike="noStrike" cap="all">
              <a:solidFill>
                <a:schemeClr val="lt1"/>
              </a:solidFill>
              <a:effectLst/>
              <a:uFillTx/>
              <a:latin typeface="Gill Sans MT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2489040" y="1866960"/>
            <a:ext cx="6510600" cy="115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A solução utiliza Inteligência Artificial baseada em Sistemas Multiagentes para automatizar a análise de eventos de segurança.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</p:txBody>
      </p:sp>
      <p:sp>
        <p:nvSpPr>
          <p:cNvPr id="163" name="Shape 13"/>
          <p:cNvSpPr/>
          <p:nvPr/>
        </p:nvSpPr>
        <p:spPr>
          <a:xfrm>
            <a:off x="1811880" y="5649120"/>
            <a:ext cx="8229240" cy="1013400"/>
          </a:xfrm>
          <a:prstGeom prst="roundRect">
            <a:avLst>
              <a:gd name="adj" fmla="val 11111"/>
            </a:avLst>
          </a:prstGeom>
          <a:solidFill>
            <a:srgbClr val="1A3260"/>
          </a:solidFill>
          <a:ln cap="rnd">
            <a:solidFill>
              <a:srgbClr val="0B152A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Objetivo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Transformar grandes volumes de logs em informações úteis para os analistas de segurança.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Espaço Reservado para Conteúdo 2"/>
          <p:cNvSpPr/>
          <p:nvPr/>
        </p:nvSpPr>
        <p:spPr>
          <a:xfrm>
            <a:off x="750600" y="3021120"/>
            <a:ext cx="4278240" cy="2278440"/>
          </a:xfrm>
          <a:prstGeom prst="rect">
            <a:avLst/>
          </a:prstGeom>
          <a:solidFill>
            <a:srgbClr val="FFFFFF"/>
          </a:solidFill>
          <a:ln cap="rnd">
            <a:solidFill>
              <a:srgbClr val="1A326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anchor="ctr">
            <a:normAutofit fontScale="85000" lnSpcReduction="19999"/>
          </a:bodyPr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Funções da IA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analisar logs;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identificar padrões;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detectar anomalias;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calcular níveis de risco;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priorizar incidentes.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Espaço Reservado para Conteúdo 2"/>
          <p:cNvSpPr/>
          <p:nvPr/>
        </p:nvSpPr>
        <p:spPr>
          <a:xfrm>
            <a:off x="6095880" y="3021120"/>
            <a:ext cx="4207680" cy="2278440"/>
          </a:xfrm>
          <a:prstGeom prst="rect">
            <a:avLst/>
          </a:prstGeom>
          <a:solidFill>
            <a:srgbClr val="FFFFFF"/>
          </a:solidFill>
          <a:ln cap="rnd">
            <a:solidFill>
              <a:srgbClr val="1A326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anchor="ctr">
            <a:normAutofit/>
          </a:bodyPr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Tecnologias Utilizadas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Sistemas Multiagentes;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lógica fuzzy;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análise comportamental;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apoio à tomada de decisão.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 hasCustomPrompt="1"/>
          </p:nvPr>
        </p:nvSpPr>
        <p:spPr>
          <a:xfrm>
            <a:off x="581040" y="702000"/>
            <a:ext cx="11029320" cy="101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pt-BR" sz="2800" b="1" u="none" strike="noStrike" cap="all">
                <a:solidFill>
                  <a:schemeClr val="lt1"/>
                </a:solidFill>
                <a:effectLst/>
                <a:uFillTx/>
                <a:latin typeface="Gill Sans MT"/>
              </a:rPr>
              <a:t>Requisitos Funcionais</a:t>
            </a:r>
            <a:br>
              <a:rPr sz="2800"/>
            </a:br>
            <a:endParaRPr lang="pt-BR" sz="2800" b="0" u="none" strike="noStrike" cap="all">
              <a:solidFill>
                <a:schemeClr val="lt1"/>
              </a:solidFill>
              <a:effectLst/>
              <a:uFillTx/>
              <a:latin typeface="Gill Sans MT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581040" y="2180520"/>
            <a:ext cx="11029320" cy="3678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Os principais requisitos funcionais são: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Importar logs simulados.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Identificar eventos suspeitos.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Calcular severidade fuzzy.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Classificar incidentes por prioridade.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Exibir painel de alertas.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Gerar resumo técnico.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Registrar decisões do analista.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Monitorar volume de alertas e falsos positivos.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 hasCustomPrompt="1"/>
          </p:nvPr>
        </p:nvSpPr>
        <p:spPr>
          <a:xfrm>
            <a:off x="581040" y="702000"/>
            <a:ext cx="11029320" cy="101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pt-BR" sz="2800" b="1" u="none" strike="noStrike" cap="all">
                <a:solidFill>
                  <a:schemeClr val="lt1"/>
                </a:solidFill>
                <a:effectLst/>
                <a:uFillTx/>
                <a:latin typeface="Gill Sans MT"/>
              </a:rPr>
              <a:t>Requisitos Não Funcionais</a:t>
            </a:r>
            <a:br>
              <a:rPr sz="2800"/>
            </a:br>
            <a:endParaRPr lang="pt-BR" sz="2800" b="0" u="none" strike="noStrike" cap="all">
              <a:solidFill>
                <a:schemeClr val="lt1"/>
              </a:solidFill>
              <a:effectLst/>
              <a:uFillTx/>
              <a:latin typeface="Gill Sans MT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581040" y="2180520"/>
            <a:ext cx="11029320" cy="3678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Os requisitos não funcionais incluem: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não automatizar ações destrutivas;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preservar logs para auditoria;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garantir explicabilidade das decisões;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respeitar LGPD;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permitir evolução do modelo;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manter tempo de resposta inferior a cinco segundos.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 hasCustomPrompt="1"/>
          </p:nvPr>
        </p:nvSpPr>
        <p:spPr>
          <a:xfrm>
            <a:off x="581040" y="702000"/>
            <a:ext cx="11029320" cy="101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pt-BR" sz="2800" b="1" u="none" strike="noStrike" cap="all">
                <a:solidFill>
                  <a:schemeClr val="lt1"/>
                </a:solidFill>
                <a:effectLst/>
                <a:uFillTx/>
                <a:latin typeface="Gill Sans MT"/>
              </a:rPr>
              <a:t>Cronograma de Desenvolvimento</a:t>
            </a:r>
            <a:br>
              <a:rPr sz="2800"/>
            </a:br>
            <a:endParaRPr lang="pt-BR" sz="2800" b="0" u="none" strike="noStrike" cap="all">
              <a:solidFill>
                <a:schemeClr val="lt1"/>
              </a:solidFill>
              <a:effectLst/>
              <a:uFillTx/>
              <a:latin typeface="Gill Sans MT"/>
            </a:endParaRPr>
          </a:p>
        </p:txBody>
      </p:sp>
      <p:graphicFrame>
        <p:nvGraphicFramePr>
          <p:cNvPr id="171" name="Espaço Reservado para Conteúdo 3"/>
          <p:cNvGraphicFramePr/>
          <p:nvPr/>
        </p:nvGraphicFramePr>
        <p:xfrm>
          <a:off x="581040" y="2226600"/>
          <a:ext cx="11111040" cy="3818160"/>
        </p:xfrm>
        <a:graphic>
          <a:graphicData uri="http://schemas.openxmlformats.org/drawingml/2006/table">
            <a:tbl>
              <a:tblPr/>
              <a:tblGrid>
                <a:gridCol w="3703680"/>
                <a:gridCol w="3703680"/>
                <a:gridCol w="3703680"/>
              </a:tblGrid>
              <a:tr h="275760">
                <a:tc>
                  <a:txBody>
                    <a:bodyPr lIns="9360" tIns="9360" rIns="9360" bIns="9360" anchor="ctr">
                      <a:noAutofit/>
                    </a:bodyPr>
                    <a:p>
                      <a:pPr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Gill Sans MT"/>
                        </a:rPr>
                        <a:t>Fase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360" tIns="9360" rIns="9360" bIns="9360" anchor="ctr">
                      <a:noAutofit/>
                    </a:bodyPr>
                    <a:p>
                      <a:pPr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Gill Sans MT"/>
                        </a:rPr>
                        <a:t>Descrição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360" tIns="9360" rIns="9360" bIns="9360" anchor="ctr">
                      <a:noAutofit/>
                    </a:bodyPr>
                    <a:p>
                      <a:pPr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Gill Sans MT"/>
                        </a:rPr>
                        <a:t>Duração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2520">
                <a:tc>
                  <a:txBody>
                    <a:bodyPr lIns="9360" tIns="9360" rIns="9360" bIns="9360" anchor="ctr">
                      <a:noAutofit/>
                    </a:bodyPr>
                    <a:p>
                      <a:pPr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Gill Sans MT"/>
                        </a:rPr>
                        <a:t>Fase 1 – Levantamento e Planejamento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360" tIns="9360" rIns="9360" bIns="9360" anchor="ctr">
                      <a:noAutofit/>
                    </a:bodyPr>
                    <a:p>
                      <a:pPr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Gill Sans MT"/>
                        </a:rPr>
                        <a:t>Análise do RFP, definição da arquitetura, escolha das tecnologias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9360" tIns="9360" rIns="9360" bIns="9360" anchor="ctr">
                      <a:noAutofit/>
                    </a:bodyPr>
                    <a:p>
                      <a:pPr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Gill Sans MT"/>
                        </a:rPr>
                        <a:t>1 semana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2520">
                <a:tc>
                  <a:txBody>
                    <a:bodyPr lIns="9360" tIns="9360" rIns="9360" bIns="9360" anchor="ctr">
                      <a:noAutofit/>
                    </a:bodyPr>
                    <a:p>
                      <a:pPr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Gill Sans MT"/>
                        </a:rPr>
                        <a:t>Fase 2 – Preparação dos Dados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360" tIns="9360" rIns="9360" bIns="9360" anchor="ctr">
                      <a:noAutofit/>
                    </a:bodyPr>
                    <a:p>
                      <a:pPr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Gill Sans MT"/>
                        </a:rPr>
                        <a:t>Criação/importação de logs simulados, normalização, estruturação do dataset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tIns="9360" rIns="9360" bIns="9360" anchor="ctr">
                      <a:noAutofit/>
                    </a:bodyPr>
                    <a:p>
                      <a:pPr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Gill Sans MT"/>
                        </a:rPr>
                        <a:t>1 semana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275760">
                <a:tc>
                  <a:txBody>
                    <a:bodyPr lIns="9360" tIns="9360" rIns="9360" bIns="9360" anchor="ctr">
                      <a:noAutofit/>
                    </a:bodyPr>
                    <a:p>
                      <a:pPr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Gill Sans MT"/>
                        </a:rPr>
                        <a:t>Fase 3 – Desenvolvimento do Agente Detector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360" tIns="9360" rIns="9360" bIns="9360" anchor="ctr">
                      <a:noAutofit/>
                    </a:bodyPr>
                    <a:p>
                      <a:pPr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Gill Sans MT"/>
                        </a:rPr>
                        <a:t>Implementação do modelo de detecção de anomalias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9360" tIns="9360" rIns="9360" bIns="9360" anchor="ctr">
                      <a:noAutofit/>
                    </a:bodyPr>
                    <a:p>
                      <a:pPr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Gill Sans MT"/>
                        </a:rPr>
                        <a:t>2 semanas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275760">
                <a:tc>
                  <a:txBody>
                    <a:bodyPr lIns="9360" tIns="9360" rIns="9360" bIns="9360" anchor="ctr">
                      <a:noAutofit/>
                    </a:bodyPr>
                    <a:p>
                      <a:pPr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Gill Sans MT"/>
                        </a:rPr>
                        <a:t>Fase 4 – Implementação da Lógica Fuzzy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360" tIns="9360" rIns="9360" bIns="9360" anchor="ctr">
                      <a:noAutofit/>
                    </a:bodyPr>
                    <a:p>
                      <a:pPr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Gill Sans MT"/>
                        </a:rPr>
                        <a:t>Desenvolvimento do cálculo de severidade e priorização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tIns="9360" rIns="9360" bIns="9360" anchor="ctr">
                      <a:noAutofit/>
                    </a:bodyPr>
                    <a:p>
                      <a:pPr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Gill Sans MT"/>
                        </a:rPr>
                        <a:t>2 semanas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42520">
                <a:tc>
                  <a:txBody>
                    <a:bodyPr lIns="9360" tIns="9360" rIns="9360" bIns="9360" anchor="ctr">
                      <a:noAutofit/>
                    </a:bodyPr>
                    <a:p>
                      <a:pPr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Gill Sans MT"/>
                        </a:rPr>
                        <a:t>Fase 5 – Painel de Alertas e Resumos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360" tIns="9360" rIns="9360" bIns="9360" anchor="ctr">
                      <a:noAutofit/>
                    </a:bodyPr>
                    <a:p>
                      <a:pPr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Gill Sans MT"/>
                        </a:rPr>
                        <a:t>Desenvolvimento da interface do analista e geração automática de resumos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9360" tIns="9360" rIns="9360" bIns="9360" anchor="ctr">
                      <a:noAutofit/>
                    </a:bodyPr>
                    <a:p>
                      <a:pPr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Gill Sans MT"/>
                        </a:rPr>
                        <a:t>2 semanas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2520">
                <a:tc>
                  <a:txBody>
                    <a:bodyPr lIns="9360" tIns="9360" rIns="9360" bIns="9360" anchor="ctr">
                      <a:noAutofit/>
                    </a:bodyPr>
                    <a:p>
                      <a:pPr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Gill Sans MT"/>
                        </a:rPr>
                        <a:t>Fase 6 – Integração e Testes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360" tIns="9360" rIns="9360" bIns="9360" anchor="ctr">
                      <a:noAutofit/>
                    </a:bodyPr>
                    <a:p>
                      <a:pPr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Gill Sans MT"/>
                        </a:rPr>
                        <a:t>Integração de todos os agentes, testes funcionais e de carga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tIns="9360" rIns="9360" bIns="9360" anchor="ctr">
                      <a:noAutofit/>
                    </a:bodyPr>
                    <a:p>
                      <a:pPr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Gill Sans MT"/>
                        </a:rPr>
                        <a:t>1 semana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42520">
                <a:tc>
                  <a:txBody>
                    <a:bodyPr lIns="9360" tIns="9360" rIns="9360" bIns="9360" anchor="ctr">
                      <a:noAutofit/>
                    </a:bodyPr>
                    <a:p>
                      <a:pPr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Gill Sans MT"/>
                        </a:rPr>
                        <a:t>Fase 7 – Validação e Ajustes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360" tIns="9360" rIns="9360" bIns="9360" anchor="ctr">
                      <a:noAutofit/>
                    </a:bodyPr>
                    <a:p>
                      <a:pPr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Gill Sans MT"/>
                        </a:rPr>
                        <a:t>Revisão com stakeholders, ajuste de falsos positivos, documentação final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9360" tIns="9360" rIns="9360" bIns="9360" anchor="ctr">
                      <a:noAutofit/>
                    </a:bodyPr>
                    <a:p>
                      <a:pPr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Gill Sans MT"/>
                        </a:rPr>
                        <a:t>1 semana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277560">
                <a:tc>
                  <a:txBody>
                    <a:bodyPr lIns="9360" tIns="9360" rIns="9360" bIns="9360" anchor="ctr">
                      <a:noAutofit/>
                    </a:bodyPr>
                    <a:p>
                      <a:pPr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Gill Sans MT"/>
                        </a:rPr>
                        <a:t>Total</a:t>
                      </a:r>
                      <a:endParaRPr lang="pt-B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360" tIns="9360" rIns="9360" bIns="9360" anchor="ctr">
                      <a:noAutofit/>
                    </a:bodyPr>
                    <a:p>
                      <a:endParaRPr lang="pt-BR" sz="12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tIns="9360" rIns="9360" bIns="9360" anchor="ctr">
                      <a:noAutofit/>
                    </a:bodyPr>
                    <a:p>
                      <a:pPr defTabSz="4572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Gill Sans MT"/>
                        </a:rPr>
                        <a:t>10 semanas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360" marR="9360" marT="9360" marB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 hasCustomPrompt="1"/>
          </p:nvPr>
        </p:nvSpPr>
        <p:spPr>
          <a:xfrm>
            <a:off x="581040" y="702000"/>
            <a:ext cx="11029320" cy="101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pt-BR" sz="2800" b="1" u="none" strike="noStrike" cap="all">
                <a:solidFill>
                  <a:schemeClr val="lt1"/>
                </a:solidFill>
                <a:effectLst/>
                <a:uFillTx/>
                <a:latin typeface="Gill Sans MT"/>
              </a:rPr>
              <a:t>Benefícios Esperados</a:t>
            </a:r>
            <a:br>
              <a:rPr sz="2800"/>
            </a:br>
            <a:endParaRPr lang="pt-BR" sz="2800" b="0" u="none" strike="noStrike" cap="all">
              <a:solidFill>
                <a:schemeClr val="lt1"/>
              </a:solidFill>
              <a:effectLst/>
              <a:uFillTx/>
              <a:latin typeface="Gill Sans MT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581040" y="2180520"/>
            <a:ext cx="11029320" cy="3678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Entre os benefícios esperados destacamos: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redução da sobrecarga operacional;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diminuição dos falsos positivos;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aumento da precisão das análises;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redução do tempo de resposta;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padronização das decisões;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rastreabilidade completa;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maior eficiência da equipe de segurança.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 hasCustomPrompt="1"/>
          </p:nvPr>
        </p:nvSpPr>
        <p:spPr>
          <a:xfrm>
            <a:off x="581040" y="702000"/>
            <a:ext cx="11029320" cy="101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pt-BR" sz="2800" b="1" u="none" strike="noStrike" cap="all">
                <a:solidFill>
                  <a:schemeClr val="lt1"/>
                </a:solidFill>
                <a:effectLst/>
                <a:uFillTx/>
                <a:latin typeface="Gill Sans MT"/>
              </a:rPr>
              <a:t>Limitações do Projeto</a:t>
            </a:r>
            <a:br>
              <a:rPr sz="2800"/>
            </a:br>
            <a:endParaRPr lang="pt-BR" sz="2800" b="0" u="none" strike="noStrike" cap="all">
              <a:solidFill>
                <a:schemeClr val="lt1"/>
              </a:solidFill>
              <a:effectLst/>
              <a:uFillTx/>
              <a:latin typeface="Gill Sans MT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581040" y="2180520"/>
            <a:ext cx="11029320" cy="3678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Apesar dos benefícios, existem limitações.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A qualidade da análise depende diretamente da qualidade dos logs recebidos, novos padrões de ataque podem exigir ajustes periódicos, mudanças significativas no ambiente podem demandar reconfiguração dos critérios utilizados, por isso a supervisão humana continua sendo indispensável.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 hasCustomPrompt="1"/>
          </p:nvPr>
        </p:nvSpPr>
        <p:spPr>
          <a:xfrm>
            <a:off x="581040" y="702000"/>
            <a:ext cx="11029320" cy="101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pt-BR" sz="2800" b="0" u="none" strike="noStrike" cap="all">
                <a:solidFill>
                  <a:schemeClr val="lt1"/>
                </a:solidFill>
                <a:effectLst/>
                <a:uFillTx/>
                <a:latin typeface="Gill Sans MT"/>
              </a:rPr>
              <a:t>Custos</a:t>
            </a:r>
            <a:endParaRPr lang="pt-BR" sz="2800" b="0" u="none" strike="noStrike" cap="all">
              <a:solidFill>
                <a:schemeClr val="lt1"/>
              </a:solidFill>
              <a:effectLst/>
              <a:uFillTx/>
              <a:latin typeface="Gill Sans MT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347040" y="2031840"/>
            <a:ext cx="5367600" cy="2641320"/>
          </a:xfrm>
          <a:prstGeom prst="rect">
            <a:avLst/>
          </a:prstGeom>
          <a:solidFill>
            <a:schemeClr val="lt1"/>
          </a:solidFill>
          <a:ln cap="rnd" w="22320">
            <a:solidFill>
              <a:srgbClr val="000000"/>
            </a:solidFill>
            <a:round/>
          </a:ln>
        </p:spPr>
        <p:txBody>
          <a:bodyPr lIns="91440" tIns="45720" rIns="91440" bIns="45720" anchor="ctr">
            <a:normAutofit/>
          </a:bodyPr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	</a:t>
            </a:r>
            <a:r>
              <a:rPr lang="pt-BR" sz="1400" b="1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Modelo Utilizado</a:t>
            </a:r>
            <a:endParaRPr lang="pt-BR" sz="14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Google Gemini 2.5 Flash Lite</a:t>
            </a:r>
            <a:endParaRPr lang="pt-BR" sz="14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400" b="1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	</a:t>
            </a:r>
            <a:r>
              <a:rPr lang="pt-BR" sz="1400" b="1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Estratégias de Redução de Custos</a:t>
            </a:r>
            <a:endParaRPr lang="pt-BR" sz="14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limite de 1500 tokens por resposta;</a:t>
            </a:r>
            <a:endParaRPr lang="pt-BR" sz="14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histórico limitado a 12 mensagens;</a:t>
            </a:r>
            <a:endParaRPr lang="pt-BR" sz="14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temperatura baixa (0.2) para respostas mais objetivas;</a:t>
            </a:r>
            <a:endParaRPr lang="pt-BR" sz="14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processamento local utilizando SQLite.</a:t>
            </a:r>
            <a:endParaRPr lang="pt-BR" sz="14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</p:txBody>
      </p:sp>
      <p:sp>
        <p:nvSpPr>
          <p:cNvPr id="178" name="Espaço Reservado para Conteúdo 2"/>
          <p:cNvSpPr/>
          <p:nvPr/>
        </p:nvSpPr>
        <p:spPr>
          <a:xfrm>
            <a:off x="6008400" y="2031840"/>
            <a:ext cx="5367600" cy="2641320"/>
          </a:xfrm>
          <a:prstGeom prst="rect">
            <a:avLst/>
          </a:prstGeom>
          <a:solidFill>
            <a:srgbClr val="FFFFFF"/>
          </a:solidFill>
          <a:ln cap="rnd">
            <a:solidFill>
              <a:srgbClr val="000000"/>
            </a:solidFill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anchor="ctr">
            <a:normAutofit/>
          </a:bodyPr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	</a:t>
            </a: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Infraestrutura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0000" lvl="1" indent="-30600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execução local (localhost);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0000" lvl="1" indent="-30600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banco de dados embutido;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0000" lvl="1" indent="-30600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baixo consumo computacional;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0000" lvl="1" indent="-30600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arquitetura leve e escalável.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Espaço Reservado para Conteúdo 2"/>
          <p:cNvSpPr/>
          <p:nvPr/>
        </p:nvSpPr>
        <p:spPr>
          <a:xfrm>
            <a:off x="3081960" y="4402800"/>
            <a:ext cx="4935600" cy="2311200"/>
          </a:xfrm>
          <a:prstGeom prst="rect">
            <a:avLst/>
          </a:prstGeom>
          <a:solidFill>
            <a:srgbClr val="1A3260"/>
          </a:solidFill>
          <a:ln cap="rnd">
            <a:solidFill>
              <a:srgbClr val="0B152A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rmAutofit fontScale="85000" lnSpcReduction="9999"/>
          </a:bodyPr>
          <a:p>
            <a:pPr defTabSz="457200">
              <a:lnSpc>
                <a:spcPct val="100000"/>
              </a:lnSpc>
              <a:spcBef>
                <a:spcPts val="300"/>
              </a:spcBef>
              <a:spcAft>
                <a:spcPts val="601"/>
              </a:spcAft>
              <a:tabLst>
                <a:tab pos="0" algn="l"/>
              </a:tabLst>
            </a:pP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  <a:spcAft>
                <a:spcPts val="601"/>
              </a:spcAft>
              <a:tabLst>
                <a:tab pos="0" algn="l"/>
              </a:tabLst>
            </a:pPr>
            <a:r>
              <a:rPr lang="pt-BR" sz="1500" b="1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Considerações de Custo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  <a:spcAft>
                <a:spcPts val="601"/>
              </a:spcAft>
              <a:tabLst>
                <a:tab pos="0" algn="l"/>
              </a:tabLst>
            </a:pPr>
            <a:r>
              <a:rPr lang="pt-BR" sz="1500" b="0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O principal custo do sistema está relacionado às chamadas da API do Gemini.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  <a:spcAft>
                <a:spcPts val="601"/>
              </a:spcAft>
              <a:tabLst>
                <a:tab pos="0" algn="l"/>
              </a:tabLst>
            </a:pPr>
            <a:r>
              <a:rPr lang="pt-BR" sz="1500" b="0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	</a:t>
            </a:r>
            <a:r>
              <a:rPr lang="pt-BR" sz="1500" b="0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O valor final depende: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30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500" b="0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da quantidade de requisições;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30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500" b="0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do volume de logs processados;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30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500" b="0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do número de respostas geradas pela LLM.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 hasCustomPrompt="1"/>
          </p:nvPr>
        </p:nvSpPr>
        <p:spPr>
          <a:xfrm>
            <a:off x="581040" y="702000"/>
            <a:ext cx="11029320" cy="101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pt-BR" sz="2800" b="1" u="none" strike="noStrike" cap="all">
                <a:solidFill>
                  <a:schemeClr val="lt1"/>
                </a:solidFill>
                <a:effectLst/>
                <a:uFillTx/>
                <a:latin typeface="Gill Sans MT"/>
              </a:rPr>
              <a:t>Trabalhos Futuros</a:t>
            </a:r>
            <a:br>
              <a:rPr sz="2800"/>
            </a:br>
            <a:endParaRPr lang="pt-BR" sz="2800" b="0" u="none" strike="noStrike" cap="all">
              <a:solidFill>
                <a:schemeClr val="lt1"/>
              </a:solidFill>
              <a:effectLst/>
              <a:uFillTx/>
              <a:latin typeface="Gill Sans MT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581040" y="2180520"/>
            <a:ext cx="11029320" cy="3678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    Como evolução futura pretendemos:</a:t>
            </a: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incorporar técnicas de Machine Learning;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integrar a solução com plataformas SIEM;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utilizar IA generativa para relatórios avançados;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implementar aprendizado contínuo;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marL="630000" lvl="1" indent="-30600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2"/>
                </a:solidFill>
                <a:effectLst/>
                <a:uFillTx/>
                <a:latin typeface="Gill Sans MT"/>
              </a:rPr>
              <a:t>criar novos agentes especializados.</a:t>
            </a:r>
            <a:endParaRPr lang="pt-BR" sz="16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2"/>
              </a:solidFill>
              <a:effectLst/>
              <a:uFillTx/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 hasCustomPrompt="1"/>
          </p:nvPr>
        </p:nvSpPr>
        <p:spPr>
          <a:xfrm>
            <a:off x="581040" y="702000"/>
            <a:ext cx="11029320" cy="101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pt-BR" sz="2800" b="1" u="none" strike="noStrike" cap="all">
                <a:solidFill>
                  <a:schemeClr val="lt1"/>
                </a:solidFill>
                <a:effectLst/>
                <a:uFillTx/>
                <a:latin typeface="Gill Sans MT"/>
              </a:rPr>
              <a:t>Conclusão</a:t>
            </a:r>
            <a:br>
              <a:rPr sz="2800"/>
            </a:br>
            <a:endParaRPr lang="pt-BR" sz="2800" b="0" u="none" strike="noStrike" cap="all">
              <a:solidFill>
                <a:schemeClr val="lt1"/>
              </a:solidFill>
              <a:effectLst/>
              <a:uFillTx/>
              <a:latin typeface="Gill Sans MT"/>
            </a:endParaRPr>
          </a:p>
        </p:txBody>
      </p:sp>
      <p:sp>
        <p:nvSpPr>
          <p:cNvPr id="183" name="Shape 13"/>
          <p:cNvSpPr/>
          <p:nvPr/>
        </p:nvSpPr>
        <p:spPr>
          <a:xfrm>
            <a:off x="581040" y="1983240"/>
            <a:ext cx="10422000" cy="725400"/>
          </a:xfrm>
          <a:prstGeom prst="roundRect">
            <a:avLst>
              <a:gd name="adj" fmla="val 11111"/>
            </a:avLst>
          </a:prstGeom>
          <a:solidFill>
            <a:srgbClr val="1A3260"/>
          </a:solidFill>
          <a:ln cap="rnd">
            <a:solidFill>
              <a:srgbClr val="0B152A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rmAutofit fontScale="85000" lnSpcReduction="9999"/>
          </a:bodyPr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O projeto demonstra como a Inteligência Artificial pode ser aplicada para resolver problemas reais da cibersegurança..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Espaço Reservado para Conteúdo 2"/>
          <p:cNvSpPr/>
          <p:nvPr/>
        </p:nvSpPr>
        <p:spPr>
          <a:xfrm>
            <a:off x="809640" y="2989080"/>
            <a:ext cx="4354560" cy="2308680"/>
          </a:xfrm>
          <a:prstGeom prst="rect">
            <a:avLst/>
          </a:prstGeom>
          <a:solidFill>
            <a:srgbClr val="FFFFFF"/>
          </a:solidFill>
          <a:ln cap="rnd">
            <a:solidFill>
              <a:srgbClr val="1A326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anchor="ctr">
            <a:normAutofit lnSpcReduction="9999"/>
          </a:bodyPr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A utilização de agentes inteligentes permite: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automatizar tarefas repetitivas;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reduzir falsos positivos;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priorizar incidentes críticos;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apoiar analistas na tomada de decisão.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Espaço Reservado para Conteúdo 2"/>
          <p:cNvSpPr/>
          <p:nvPr/>
        </p:nvSpPr>
        <p:spPr>
          <a:xfrm>
            <a:off x="6095880" y="2989080"/>
            <a:ext cx="4165200" cy="2308680"/>
          </a:xfrm>
          <a:prstGeom prst="rect">
            <a:avLst/>
          </a:prstGeom>
          <a:solidFill>
            <a:srgbClr val="FFFFFF"/>
          </a:solidFill>
          <a:ln cap="rnd">
            <a:solidFill>
              <a:srgbClr val="1A326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anchor="ctr">
            <a:normAutofit fontScale="47500" lnSpcReduction="19999"/>
          </a:bodyPr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 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581"/>
              </a:spcBef>
              <a:spcAft>
                <a:spcPts val="601"/>
              </a:spcAft>
              <a:tabLst>
                <a:tab pos="0" algn="l"/>
              </a:tabLst>
            </a:pPr>
            <a:r>
              <a:rPr lang="pt-BR" sz="29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A combinação de:</a:t>
            </a:r>
            <a:endParaRPr lang="pt-BR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58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29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Sistemas Multiagentes;</a:t>
            </a:r>
            <a:endParaRPr lang="pt-BR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58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29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lógica fuzzy;</a:t>
            </a:r>
            <a:endParaRPr lang="pt-BR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58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29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detecção de anomalias;</a:t>
            </a:r>
            <a:endParaRPr lang="pt-BR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6000" indent="-306000" defTabSz="457200">
              <a:lnSpc>
                <a:spcPct val="100000"/>
              </a:lnSpc>
              <a:spcBef>
                <a:spcPts val="581"/>
              </a:spcBef>
              <a:spcAft>
                <a:spcPts val="601"/>
              </a:spcAft>
              <a:buClr>
                <a:srgbClr val="4590B8"/>
              </a:buClr>
              <a:buSzPct val="92000"/>
              <a:buFont typeface="Wingdings 2" charset="2"/>
              <a:buChar char=""/>
              <a:tabLst>
                <a:tab pos="0" algn="l"/>
              </a:tabLst>
            </a:pPr>
            <a:r>
              <a:rPr lang="pt-BR" sz="29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IA generativa;</a:t>
            </a:r>
            <a:endParaRPr lang="pt-BR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581"/>
              </a:spcBef>
              <a:spcAft>
                <a:spcPts val="601"/>
              </a:spcAft>
              <a:tabLst>
                <a:tab pos="0" algn="l"/>
              </a:tabLst>
            </a:pPr>
            <a:r>
              <a:rPr lang="pt-BR" sz="29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torna o monitoramento de segurança mais eficiente, confiável e organizado.</a:t>
            </a:r>
            <a:endParaRPr lang="pt-BR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3"/>
          <p:cNvSpPr/>
          <p:nvPr/>
        </p:nvSpPr>
        <p:spPr>
          <a:xfrm>
            <a:off x="809640" y="5539320"/>
            <a:ext cx="10422000" cy="1131840"/>
          </a:xfrm>
          <a:prstGeom prst="roundRect">
            <a:avLst>
              <a:gd name="adj" fmla="val 11111"/>
            </a:avLst>
          </a:prstGeom>
          <a:solidFill>
            <a:srgbClr val="1A3260"/>
          </a:solidFill>
          <a:ln cap="rnd">
            <a:solidFill>
              <a:srgbClr val="0B152A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rmAutofit fontScale="92500" lnSpcReduction="9999"/>
          </a:bodyPr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     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r>
              <a:rPr lang="pt-BR" sz="1800" b="1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      Resultado Final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      A decisão final continua sendo humana, mas a IA atua como uma poderosa ferramenta de apoio operacional.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CaixaDeTexto 1"/>
          <p:cNvSpPr/>
          <p:nvPr/>
        </p:nvSpPr>
        <p:spPr>
          <a:xfrm>
            <a:off x="2401560" y="2659680"/>
            <a:ext cx="7601040" cy="76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pt-BR" sz="4400" b="0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OBRIGADO!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 pitchFamily="0" charset="1"/>
        <a:ea typeface=""/>
        <a:cs typeface=""/>
      </a:majorFont>
      <a:minorFont>
        <a:latin typeface="Gill Sans MT" panose="020B05020201040202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8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  <a:tileRect l="0" t="0" r="0" b="0"/>
        </a:gradFill>
        <a:gradFill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2222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lumMod val="88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lumMod val="8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A0CF3B2-1F0F-4FC5-8002-3E4869ABAD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F69AFF4-BB30-4BA0-AD22-82CC3C432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EBC12AA-1C15-4500-BC9C-8EE83A441DE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658</TotalTime>
  <Application>LibreOffice/26.2.3.2$Windows_X86_64 LibreOffice_project/70e089b17412e4cb7773e41413306b17a2328c34</Application>
  <AppVersion>15.0000</AppVersion>
  <Words>1609</Words>
  <Paragraphs>301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2026-06-15T18:21:16Z</dcterms:created>
  <dc:creator>Caio Lima Vicente</dc:creator>
  <dc:description/>
  <dc:language>pt-BR</dc:language>
  <cp:lastModifiedBy>Caio Lima Vicente</cp:lastModifiedBy>
  <dcterms:modified xsi:type="dcterms:W3CDTF">2026-06-16T18:32:22Z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Notes">
    <vt:i4>1</vt:i4>
  </property>
  <property fmtid="{D5CDD505-2E9C-101B-9397-08002B2CF9AE}" pid="4" name="PresentationFormat">
    <vt:lpwstr>Widescreen</vt:lpwstr>
  </property>
  <property fmtid="{D5CDD505-2E9C-101B-9397-08002B2CF9AE}" pid="5" name="Slides">
    <vt:i4>25</vt:i4>
  </property>
</Properties>
</file>